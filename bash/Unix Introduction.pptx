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1" r:id="rId5"/>
    <p:sldId id="268" r:id="rId6"/>
    <p:sldId id="272" r:id="rId7"/>
    <p:sldId id="261" r:id="rId8"/>
    <p:sldId id="270" r:id="rId9"/>
    <p:sldId id="273" r:id="rId10"/>
    <p:sldId id="263" r:id="rId11"/>
    <p:sldId id="262" r:id="rId12"/>
    <p:sldId id="264" r:id="rId13"/>
    <p:sldId id="266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2760" autoAdjust="0"/>
  </p:normalViewPr>
  <p:slideViewPr>
    <p:cSldViewPr snapToGrid="0">
      <p:cViewPr varScale="1">
        <p:scale>
          <a:sx n="80" d="100"/>
          <a:sy n="80" d="100"/>
        </p:scale>
        <p:origin x="17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0D2906B0-333B-4D62-9955-C1DE619E5AF4}"/>
    <pc:docChg chg="undo custSel addSld modSld sldOrd">
      <pc:chgData name="Leila Iñigo de la Cruz" userId="fae4ed0d-52e1-4e8b-ac73-77e0b7235c9a" providerId="ADAL" clId="{0D2906B0-333B-4D62-9955-C1DE619E5AF4}" dt="2025-03-10T06:59:12.701" v="1308" actId="115"/>
      <pc:docMkLst>
        <pc:docMk/>
      </pc:docMkLst>
      <pc:sldChg chg="modSp mod">
        <pc:chgData name="Leila Iñigo de la Cruz" userId="fae4ed0d-52e1-4e8b-ac73-77e0b7235c9a" providerId="ADAL" clId="{0D2906B0-333B-4D62-9955-C1DE619E5AF4}" dt="2025-03-10T06:39:19.376" v="1236" actId="20577"/>
        <pc:sldMkLst>
          <pc:docMk/>
          <pc:sldMk cId="6563602" sldId="256"/>
        </pc:sldMkLst>
      </pc:sldChg>
      <pc:sldChg chg="mod modShow">
        <pc:chgData name="Leila Iñigo de la Cruz" userId="fae4ed0d-52e1-4e8b-ac73-77e0b7235c9a" providerId="ADAL" clId="{0D2906B0-333B-4D62-9955-C1DE619E5AF4}" dt="2025-03-10T06:48:23.983" v="1238" actId="729"/>
        <pc:sldMkLst>
          <pc:docMk/>
          <pc:sldMk cId="1130754702" sldId="260"/>
        </pc:sldMkLst>
      </pc:sldChg>
      <pc:sldChg chg="modSp">
        <pc:chgData name="Leila Iñigo de la Cruz" userId="fae4ed0d-52e1-4e8b-ac73-77e0b7235c9a" providerId="ADAL" clId="{0D2906B0-333B-4D62-9955-C1DE619E5AF4}" dt="2025-03-10T06:52:19.073" v="1288" actId="113"/>
        <pc:sldMkLst>
          <pc:docMk/>
          <pc:sldMk cId="860234664" sldId="261"/>
        </pc:sldMkLst>
      </pc:sldChg>
      <pc:sldChg chg="ord">
        <pc:chgData name="Leila Iñigo de la Cruz" userId="fae4ed0d-52e1-4e8b-ac73-77e0b7235c9a" providerId="ADAL" clId="{0D2906B0-333B-4D62-9955-C1DE619E5AF4}" dt="2025-02-24T11:10:35.941" v="851"/>
        <pc:sldMkLst>
          <pc:docMk/>
          <pc:sldMk cId="427919767" sldId="262"/>
        </pc:sldMkLst>
      </pc:sldChg>
      <pc:sldChg chg="modSp mod">
        <pc:chgData name="Leila Iñigo de la Cruz" userId="fae4ed0d-52e1-4e8b-ac73-77e0b7235c9a" providerId="ADAL" clId="{0D2906B0-333B-4D62-9955-C1DE619E5AF4}" dt="2025-03-10T06:59:12.701" v="1308" actId="115"/>
        <pc:sldMkLst>
          <pc:docMk/>
          <pc:sldMk cId="1085801778" sldId="263"/>
        </pc:sldMkLst>
      </pc:sldChg>
      <pc:sldChg chg="modSp mod ord modShow">
        <pc:chgData name="Leila Iñigo de la Cruz" userId="fae4ed0d-52e1-4e8b-ac73-77e0b7235c9a" providerId="ADAL" clId="{0D2906B0-333B-4D62-9955-C1DE619E5AF4}" dt="2025-02-24T11:12:40.741" v="1077" actId="729"/>
        <pc:sldMkLst>
          <pc:docMk/>
          <pc:sldMk cId="4208749484" sldId="265"/>
        </pc:sldMkLst>
      </pc:sldChg>
      <pc:sldChg chg="modSp new mod modAnim">
        <pc:chgData name="Leila Iñigo de la Cruz" userId="fae4ed0d-52e1-4e8b-ac73-77e0b7235c9a" providerId="ADAL" clId="{0D2906B0-333B-4D62-9955-C1DE619E5AF4}" dt="2025-03-10T06:43:04.638" v="1237" actId="20577"/>
        <pc:sldMkLst>
          <pc:docMk/>
          <pc:sldMk cId="2559117190" sldId="267"/>
        </pc:sldMkLst>
      </pc:sldChg>
      <pc:sldChg chg="addSp modSp new mod modAnim modNotesTx">
        <pc:chgData name="Leila Iñigo de la Cruz" userId="fae4ed0d-52e1-4e8b-ac73-77e0b7235c9a" providerId="ADAL" clId="{0D2906B0-333B-4D62-9955-C1DE619E5AF4}" dt="2025-03-03T10:45:48.854" v="1228" actId="207"/>
        <pc:sldMkLst>
          <pc:docMk/>
          <pc:sldMk cId="2868084565" sldId="268"/>
        </pc:sldMkLst>
      </pc:sldChg>
      <pc:sldChg chg="addSp modSp add mod ord">
        <pc:chgData name="Leila Iñigo de la Cruz" userId="fae4ed0d-52e1-4e8b-ac73-77e0b7235c9a" providerId="ADAL" clId="{0D2906B0-333B-4D62-9955-C1DE619E5AF4}" dt="2025-02-24T12:48:29.039" v="1116" actId="20577"/>
        <pc:sldMkLst>
          <pc:docMk/>
          <pc:sldMk cId="1101909059" sldId="269"/>
        </pc:sldMkLst>
      </pc:sldChg>
      <pc:sldChg chg="addSp modSp new mod setBg">
        <pc:chgData name="Leila Iñigo de la Cruz" userId="fae4ed0d-52e1-4e8b-ac73-77e0b7235c9a" providerId="ADAL" clId="{0D2906B0-333B-4D62-9955-C1DE619E5AF4}" dt="2025-03-10T06:57:11.239" v="1299" actId="1076"/>
        <pc:sldMkLst>
          <pc:docMk/>
          <pc:sldMk cId="3527549042" sldId="270"/>
        </pc:sldMkLst>
      </pc:sldChg>
    </pc:docChg>
  </pc:docChgLst>
  <pc:docChgLst>
    <pc:chgData name="Leila Iñigo de la Cruz" userId="fae4ed0d-52e1-4e8b-ac73-77e0b7235c9a" providerId="ADAL" clId="{F1D84193-960D-4676-A947-ECB28F34E37F}"/>
    <pc:docChg chg="custSel modSld">
      <pc:chgData name="Leila Iñigo de la Cruz" userId="fae4ed0d-52e1-4e8b-ac73-77e0b7235c9a" providerId="ADAL" clId="{F1D84193-960D-4676-A947-ECB28F34E37F}" dt="2025-10-06T07:22:57.929" v="10" actId="1076"/>
      <pc:docMkLst>
        <pc:docMk/>
      </pc:docMkLst>
      <pc:sldChg chg="addSp delSp modSp mod">
        <pc:chgData name="Leila Iñigo de la Cruz" userId="fae4ed0d-52e1-4e8b-ac73-77e0b7235c9a" providerId="ADAL" clId="{F1D84193-960D-4676-A947-ECB28F34E37F}" dt="2025-10-06T07:19:32.826" v="4" actId="1076"/>
        <pc:sldMkLst>
          <pc:docMk/>
          <pc:sldMk cId="3527549042" sldId="270"/>
        </pc:sldMkLst>
        <pc:picChg chg="add mod">
          <ac:chgData name="Leila Iñigo de la Cruz" userId="fae4ed0d-52e1-4e8b-ac73-77e0b7235c9a" providerId="ADAL" clId="{F1D84193-960D-4676-A947-ECB28F34E37F}" dt="2025-10-06T07:19:32.826" v="4" actId="1076"/>
          <ac:picMkLst>
            <pc:docMk/>
            <pc:sldMk cId="3527549042" sldId="270"/>
            <ac:picMk id="4" creationId="{AE4707A8-DB01-0FBF-2CD9-A5874F123E94}"/>
          </ac:picMkLst>
        </pc:picChg>
        <pc:picChg chg="del">
          <ac:chgData name="Leila Iñigo de la Cruz" userId="fae4ed0d-52e1-4e8b-ac73-77e0b7235c9a" providerId="ADAL" clId="{F1D84193-960D-4676-A947-ECB28F34E37F}" dt="2025-10-06T07:19:18.958" v="0" actId="478"/>
          <ac:picMkLst>
            <pc:docMk/>
            <pc:sldMk cId="3527549042" sldId="270"/>
            <ac:picMk id="5" creationId="{37CD8C54-C8B5-1367-DBCA-23288A05E4CA}"/>
          </ac:picMkLst>
        </pc:picChg>
      </pc:sldChg>
      <pc:sldChg chg="addSp delSp modSp mod">
        <pc:chgData name="Leila Iñigo de la Cruz" userId="fae4ed0d-52e1-4e8b-ac73-77e0b7235c9a" providerId="ADAL" clId="{F1D84193-960D-4676-A947-ECB28F34E37F}" dt="2025-10-06T07:22:57.929" v="10" actId="1076"/>
        <pc:sldMkLst>
          <pc:docMk/>
          <pc:sldMk cId="2199496848" sldId="273"/>
        </pc:sldMkLst>
        <pc:picChg chg="del">
          <ac:chgData name="Leila Iñigo de la Cruz" userId="fae4ed0d-52e1-4e8b-ac73-77e0b7235c9a" providerId="ADAL" clId="{F1D84193-960D-4676-A947-ECB28F34E37F}" dt="2025-10-06T07:20:14.137" v="5" actId="478"/>
          <ac:picMkLst>
            <pc:docMk/>
            <pc:sldMk cId="2199496848" sldId="273"/>
            <ac:picMk id="4" creationId="{2EDD0434-9A38-C600-3115-314D3B5AC2C7}"/>
          </ac:picMkLst>
        </pc:picChg>
        <pc:picChg chg="add mod">
          <ac:chgData name="Leila Iñigo de la Cruz" userId="fae4ed0d-52e1-4e8b-ac73-77e0b7235c9a" providerId="ADAL" clId="{F1D84193-960D-4676-A947-ECB28F34E37F}" dt="2025-10-06T07:22:57.929" v="10" actId="1076"/>
          <ac:picMkLst>
            <pc:docMk/>
            <pc:sldMk cId="2199496848" sldId="273"/>
            <ac:picMk id="5" creationId="{BFE71B9B-C657-ABC4-A0B1-6F6B9AEE473D}"/>
          </ac:picMkLst>
        </pc:picChg>
      </pc:sldChg>
    </pc:docChg>
  </pc:docChgLst>
  <pc:docChgLst>
    <pc:chgData name="Leila Iñigo de la Cruz" userId="fae4ed0d-52e1-4e8b-ac73-77e0b7235c9a" providerId="ADAL" clId="{517829B1-A163-4401-8AED-74678282A31D}"/>
    <pc:docChg chg="undo custSel addSld delSld modSld sldOrd">
      <pc:chgData name="Leila Iñigo de la Cruz" userId="fae4ed0d-52e1-4e8b-ac73-77e0b7235c9a" providerId="ADAL" clId="{517829B1-A163-4401-8AED-74678282A31D}" dt="2025-09-29T11:48:53.258" v="1022" actId="478"/>
      <pc:docMkLst>
        <pc:docMk/>
      </pc:docMkLst>
      <pc:sldChg chg="addSp delSp modSp mod setBg">
        <pc:chgData name="Leila Iñigo de la Cruz" userId="fae4ed0d-52e1-4e8b-ac73-77e0b7235c9a" providerId="ADAL" clId="{517829B1-A163-4401-8AED-74678282A31D}" dt="2025-09-23T09:26:26.574" v="920" actId="1076"/>
        <pc:sldMkLst>
          <pc:docMk/>
          <pc:sldMk cId="6563602" sldId="256"/>
        </pc:sldMkLst>
        <pc:spChg chg="mod">
          <ac:chgData name="Leila Iñigo de la Cruz" userId="fae4ed0d-52e1-4e8b-ac73-77e0b7235c9a" providerId="ADAL" clId="{517829B1-A163-4401-8AED-74678282A31D}" dt="2025-09-23T09:26:23.863" v="919" actId="14100"/>
          <ac:spMkLst>
            <pc:docMk/>
            <pc:sldMk cId="6563602" sldId="256"/>
            <ac:spMk id="2" creationId="{F707AB88-90C3-0774-1775-8FE500A67B59}"/>
          </ac:spMkLst>
        </pc:spChg>
        <pc:spChg chg="add">
          <ac:chgData name="Leila Iñigo de la Cruz" userId="fae4ed0d-52e1-4e8b-ac73-77e0b7235c9a" providerId="ADAL" clId="{517829B1-A163-4401-8AED-74678282A31D}" dt="2025-09-23T09:24:35.300" v="912" actId="26606"/>
          <ac:spMkLst>
            <pc:docMk/>
            <pc:sldMk cId="6563602" sldId="256"/>
            <ac:spMk id="17" creationId="{665DBBEF-238B-476B-96AB-8AAC3224ECEA}"/>
          </ac:spMkLst>
        </pc:spChg>
        <pc:spChg chg="add">
          <ac:chgData name="Leila Iñigo de la Cruz" userId="fae4ed0d-52e1-4e8b-ac73-77e0b7235c9a" providerId="ADAL" clId="{517829B1-A163-4401-8AED-74678282A31D}" dt="2025-09-23T09:24:35.300" v="912" actId="26606"/>
          <ac:spMkLst>
            <pc:docMk/>
            <pc:sldMk cId="6563602" sldId="256"/>
            <ac:spMk id="19" creationId="{3FCFB1DE-0B7E-48CC-BA90-B2AB0889F9D6}"/>
          </ac:spMkLst>
        </pc:spChg>
        <pc:picChg chg="add mod">
          <ac:chgData name="Leila Iñigo de la Cruz" userId="fae4ed0d-52e1-4e8b-ac73-77e0b7235c9a" providerId="ADAL" clId="{517829B1-A163-4401-8AED-74678282A31D}" dt="2025-09-23T09:26:13.748" v="917" actId="1076"/>
          <ac:picMkLst>
            <pc:docMk/>
            <pc:sldMk cId="6563602" sldId="256"/>
            <ac:picMk id="5" creationId="{62C4374C-625E-4E4F-3FD2-8A19EBBE6382}"/>
          </ac:picMkLst>
        </pc:picChg>
        <pc:picChg chg="add mod">
          <ac:chgData name="Leila Iñigo de la Cruz" userId="fae4ed0d-52e1-4e8b-ac73-77e0b7235c9a" providerId="ADAL" clId="{517829B1-A163-4401-8AED-74678282A31D}" dt="2025-09-23T09:26:26.574" v="920" actId="1076"/>
          <ac:picMkLst>
            <pc:docMk/>
            <pc:sldMk cId="6563602" sldId="256"/>
            <ac:picMk id="1026" creationId="{648EA362-2210-8703-1C35-90555CA95215}"/>
          </ac:picMkLst>
        </pc:picChg>
      </pc:sldChg>
      <pc:sldChg chg="ord">
        <pc:chgData name="Leila Iñigo de la Cruz" userId="fae4ed0d-52e1-4e8b-ac73-77e0b7235c9a" providerId="ADAL" clId="{517829B1-A163-4401-8AED-74678282A31D}" dt="2025-09-11T09:25:32.153" v="2"/>
        <pc:sldMkLst>
          <pc:docMk/>
          <pc:sldMk cId="4072491315" sldId="257"/>
        </pc:sldMkLst>
      </pc:sldChg>
      <pc:sldChg chg="ord modNotesTx">
        <pc:chgData name="Leila Iñigo de la Cruz" userId="fae4ed0d-52e1-4e8b-ac73-77e0b7235c9a" providerId="ADAL" clId="{517829B1-A163-4401-8AED-74678282A31D}" dt="2025-09-23T08:55:31.994" v="578" actId="20577"/>
        <pc:sldMkLst>
          <pc:docMk/>
          <pc:sldMk cId="2088158290" sldId="258"/>
        </pc:sldMkLst>
      </pc:sldChg>
      <pc:sldChg chg="del">
        <pc:chgData name="Leila Iñigo de la Cruz" userId="fae4ed0d-52e1-4e8b-ac73-77e0b7235c9a" providerId="ADAL" clId="{517829B1-A163-4401-8AED-74678282A31D}" dt="2025-09-11T09:25:43.314" v="5" actId="47"/>
        <pc:sldMkLst>
          <pc:docMk/>
          <pc:sldMk cId="1130754702" sldId="260"/>
        </pc:sldMkLst>
      </pc:sldChg>
      <pc:sldChg chg="modSp mod modAnim modShow">
        <pc:chgData name="Leila Iñigo de la Cruz" userId="fae4ed0d-52e1-4e8b-ac73-77e0b7235c9a" providerId="ADAL" clId="{517829B1-A163-4401-8AED-74678282A31D}" dt="2025-09-23T09:21:23.852" v="845" actId="729"/>
        <pc:sldMkLst>
          <pc:docMk/>
          <pc:sldMk cId="860234664" sldId="261"/>
        </pc:sldMkLst>
        <pc:spChg chg="mod">
          <ac:chgData name="Leila Iñigo de la Cruz" userId="fae4ed0d-52e1-4e8b-ac73-77e0b7235c9a" providerId="ADAL" clId="{517829B1-A163-4401-8AED-74678282A31D}" dt="2025-09-11T09:31:13.442" v="82" actId="20577"/>
          <ac:spMkLst>
            <pc:docMk/>
            <pc:sldMk cId="860234664" sldId="261"/>
            <ac:spMk id="4" creationId="{65670124-6FAE-31E2-F7A4-E67981365FED}"/>
          </ac:spMkLst>
        </pc:spChg>
      </pc:sldChg>
      <pc:sldChg chg="addSp delSp modSp mod delAnim modAnim">
        <pc:chgData name="Leila Iñigo de la Cruz" userId="fae4ed0d-52e1-4e8b-ac73-77e0b7235c9a" providerId="ADAL" clId="{517829B1-A163-4401-8AED-74678282A31D}" dt="2025-09-29T07:37:50.394" v="984" actId="478"/>
        <pc:sldMkLst>
          <pc:docMk/>
          <pc:sldMk cId="1085801778" sldId="263"/>
        </pc:sldMkLst>
        <pc:spChg chg="mod">
          <ac:chgData name="Leila Iñigo de la Cruz" userId="fae4ed0d-52e1-4e8b-ac73-77e0b7235c9a" providerId="ADAL" clId="{517829B1-A163-4401-8AED-74678282A31D}" dt="2025-09-11T09:53:06.519" v="576" actId="122"/>
          <ac:spMkLst>
            <pc:docMk/>
            <pc:sldMk cId="1085801778" sldId="263"/>
            <ac:spMk id="2" creationId="{BE39F998-9100-B435-3D22-1947A9AFEA38}"/>
          </ac:spMkLst>
        </pc:spChg>
        <pc:spChg chg="mod">
          <ac:chgData name="Leila Iñigo de la Cruz" userId="fae4ed0d-52e1-4e8b-ac73-77e0b7235c9a" providerId="ADAL" clId="{517829B1-A163-4401-8AED-74678282A31D}" dt="2025-09-11T09:50:10.655" v="481" actId="1076"/>
          <ac:spMkLst>
            <pc:docMk/>
            <pc:sldMk cId="1085801778" sldId="263"/>
            <ac:spMk id="3" creationId="{6D1418E2-BC69-2862-8415-6AE93B23A76B}"/>
          </ac:spMkLst>
        </pc:spChg>
        <pc:spChg chg="add mod">
          <ac:chgData name="Leila Iñigo de la Cruz" userId="fae4ed0d-52e1-4e8b-ac73-77e0b7235c9a" providerId="ADAL" clId="{517829B1-A163-4401-8AED-74678282A31D}" dt="2025-09-11T09:49:53.910" v="480" actId="207"/>
          <ac:spMkLst>
            <pc:docMk/>
            <pc:sldMk cId="1085801778" sldId="263"/>
            <ac:spMk id="10" creationId="{FACEA4E1-62C6-A11E-79BE-500173CAE40D}"/>
          </ac:spMkLst>
        </pc:spChg>
        <pc:spChg chg="add mod">
          <ac:chgData name="Leila Iñigo de la Cruz" userId="fae4ed0d-52e1-4e8b-ac73-77e0b7235c9a" providerId="ADAL" clId="{517829B1-A163-4401-8AED-74678282A31D}" dt="2025-09-11T09:48:14.116" v="414" actId="164"/>
          <ac:spMkLst>
            <pc:docMk/>
            <pc:sldMk cId="1085801778" sldId="263"/>
            <ac:spMk id="20" creationId="{14E95ADD-013A-10AF-DD05-E6B96CCD043D}"/>
          </ac:spMkLst>
        </pc:spChg>
        <pc:spChg chg="add mod">
          <ac:chgData name="Leila Iñigo de la Cruz" userId="fae4ed0d-52e1-4e8b-ac73-77e0b7235c9a" providerId="ADAL" clId="{517829B1-A163-4401-8AED-74678282A31D}" dt="2025-09-11T09:48:14.116" v="414" actId="164"/>
          <ac:spMkLst>
            <pc:docMk/>
            <pc:sldMk cId="1085801778" sldId="263"/>
            <ac:spMk id="29" creationId="{130246CA-C59A-7A0E-ACCD-2DCB36ADCAE1}"/>
          </ac:spMkLst>
        </pc:spChg>
        <pc:spChg chg="add mod ord">
          <ac:chgData name="Leila Iñigo de la Cruz" userId="fae4ed0d-52e1-4e8b-ac73-77e0b7235c9a" providerId="ADAL" clId="{517829B1-A163-4401-8AED-74678282A31D}" dt="2025-09-11T09:48:14.116" v="414" actId="164"/>
          <ac:spMkLst>
            <pc:docMk/>
            <pc:sldMk cId="1085801778" sldId="263"/>
            <ac:spMk id="33" creationId="{521B3990-6EFB-F25D-20E9-5C382E336399}"/>
          </ac:spMkLst>
        </pc:spChg>
        <pc:grpChg chg="add mod">
          <ac:chgData name="Leila Iñigo de la Cruz" userId="fae4ed0d-52e1-4e8b-ac73-77e0b7235c9a" providerId="ADAL" clId="{517829B1-A163-4401-8AED-74678282A31D}" dt="2025-09-11T09:48:52.707" v="419" actId="1076"/>
          <ac:grpSpMkLst>
            <pc:docMk/>
            <pc:sldMk cId="1085801778" sldId="263"/>
            <ac:grpSpMk id="36" creationId="{10B188F6-5D1F-93D3-3A2D-70B2EED1DFA5}"/>
          </ac:grpSpMkLst>
        </pc:grpChg>
        <pc:picChg chg="add mod">
          <ac:chgData name="Leila Iñigo de la Cruz" userId="fae4ed0d-52e1-4e8b-ac73-77e0b7235c9a" providerId="ADAL" clId="{517829B1-A163-4401-8AED-74678282A31D}" dt="2025-09-11T09:48:14.116" v="414" actId="164"/>
          <ac:picMkLst>
            <pc:docMk/>
            <pc:sldMk cId="1085801778" sldId="263"/>
            <ac:picMk id="9" creationId="{9357059B-5C5B-370E-621A-4641D42799C3}"/>
          </ac:picMkLst>
        </pc:picChg>
        <pc:picChg chg="add mod topLvl">
          <ac:chgData name="Leila Iñigo de la Cruz" userId="fae4ed0d-52e1-4e8b-ac73-77e0b7235c9a" providerId="ADAL" clId="{517829B1-A163-4401-8AED-74678282A31D}" dt="2025-09-11T09:48:14.116" v="414" actId="164"/>
          <ac:picMkLst>
            <pc:docMk/>
            <pc:sldMk cId="1085801778" sldId="263"/>
            <ac:picMk id="12" creationId="{4ADE3F2B-5105-7AFA-8081-4F7CE233F555}"/>
          </ac:picMkLst>
        </pc:picChg>
        <pc:picChg chg="add mod">
          <ac:chgData name="Leila Iñigo de la Cruz" userId="fae4ed0d-52e1-4e8b-ac73-77e0b7235c9a" providerId="ADAL" clId="{517829B1-A163-4401-8AED-74678282A31D}" dt="2025-09-11T09:48:14.116" v="414" actId="164"/>
          <ac:picMkLst>
            <pc:docMk/>
            <pc:sldMk cId="1085801778" sldId="263"/>
            <ac:picMk id="24" creationId="{61E6A0E2-9EFC-264D-55CA-6742215C472D}"/>
          </ac:picMkLst>
        </pc:picChg>
        <pc:picChg chg="add mod">
          <ac:chgData name="Leila Iñigo de la Cruz" userId="fae4ed0d-52e1-4e8b-ac73-77e0b7235c9a" providerId="ADAL" clId="{517829B1-A163-4401-8AED-74678282A31D}" dt="2025-09-11T09:48:14.116" v="414" actId="164"/>
          <ac:picMkLst>
            <pc:docMk/>
            <pc:sldMk cId="1085801778" sldId="263"/>
            <ac:picMk id="30" creationId="{FFAB9362-F31C-036D-F7F5-B67D09081396}"/>
          </ac:picMkLst>
        </pc:picChg>
        <pc:cxnChg chg="add mod">
          <ac:chgData name="Leila Iñigo de la Cruz" userId="fae4ed0d-52e1-4e8b-ac73-77e0b7235c9a" providerId="ADAL" clId="{517829B1-A163-4401-8AED-74678282A31D}" dt="2025-09-11T09:41:35.948" v="280" actId="1076"/>
          <ac:cxnSpMkLst>
            <pc:docMk/>
            <pc:sldMk cId="1085801778" sldId="263"/>
            <ac:cxnSpMk id="15" creationId="{AC3B33E0-5318-864C-90D0-F890B0D354E5}"/>
          </ac:cxnSpMkLst>
        </pc:cxnChg>
        <pc:cxnChg chg="add mod">
          <ac:chgData name="Leila Iñigo de la Cruz" userId="fae4ed0d-52e1-4e8b-ac73-77e0b7235c9a" providerId="ADAL" clId="{517829B1-A163-4401-8AED-74678282A31D}" dt="2025-09-11T09:44:03.215" v="318" actId="1076"/>
          <ac:cxnSpMkLst>
            <pc:docMk/>
            <pc:sldMk cId="1085801778" sldId="263"/>
            <ac:cxnSpMk id="21" creationId="{B6240DB1-EF40-DA51-0799-4018FD19CA4C}"/>
          </ac:cxnSpMkLst>
        </pc:cxnChg>
        <pc:cxnChg chg="add mod">
          <ac:chgData name="Leila Iñigo de la Cruz" userId="fae4ed0d-52e1-4e8b-ac73-77e0b7235c9a" providerId="ADAL" clId="{517829B1-A163-4401-8AED-74678282A31D}" dt="2025-09-11T09:48:14.116" v="414" actId="164"/>
          <ac:cxnSpMkLst>
            <pc:docMk/>
            <pc:sldMk cId="1085801778" sldId="263"/>
            <ac:cxnSpMk id="28" creationId="{D23E544B-E6DC-16E9-024C-C35DBAB8562A}"/>
          </ac:cxnSpMkLst>
        </pc:cxnChg>
      </pc:sldChg>
      <pc:sldChg chg="del">
        <pc:chgData name="Leila Iñigo de la Cruz" userId="fae4ed0d-52e1-4e8b-ac73-77e0b7235c9a" providerId="ADAL" clId="{517829B1-A163-4401-8AED-74678282A31D}" dt="2025-09-29T07:33:18.605" v="931" actId="47"/>
        <pc:sldMkLst>
          <pc:docMk/>
          <pc:sldMk cId="4208749484" sldId="265"/>
        </pc:sldMkLst>
      </pc:sldChg>
      <pc:sldChg chg="del">
        <pc:chgData name="Leila Iñigo de la Cruz" userId="fae4ed0d-52e1-4e8b-ac73-77e0b7235c9a" providerId="ADAL" clId="{517829B1-A163-4401-8AED-74678282A31D}" dt="2025-09-11T09:25:30.516" v="0" actId="2696"/>
        <pc:sldMkLst>
          <pc:docMk/>
          <pc:sldMk cId="2559117190" sldId="267"/>
        </pc:sldMkLst>
      </pc:sldChg>
      <pc:sldChg chg="modSp modNotesTx">
        <pc:chgData name="Leila Iñigo de la Cruz" userId="fae4ed0d-52e1-4e8b-ac73-77e0b7235c9a" providerId="ADAL" clId="{517829B1-A163-4401-8AED-74678282A31D}" dt="2025-09-23T09:04:45.067" v="643" actId="20577"/>
        <pc:sldMkLst>
          <pc:docMk/>
          <pc:sldMk cId="2868084565" sldId="268"/>
        </pc:sldMkLst>
        <pc:spChg chg="mod">
          <ac:chgData name="Leila Iñigo de la Cruz" userId="fae4ed0d-52e1-4e8b-ac73-77e0b7235c9a" providerId="ADAL" clId="{517829B1-A163-4401-8AED-74678282A31D}" dt="2025-09-23T09:04:45.067" v="643" actId="20577"/>
          <ac:spMkLst>
            <pc:docMk/>
            <pc:sldMk cId="2868084565" sldId="268"/>
            <ac:spMk id="3" creationId="{3AC005E5-98F6-3495-2B1F-3817F0FA9B90}"/>
          </ac:spMkLst>
        </pc:spChg>
      </pc:sldChg>
      <pc:sldChg chg="del">
        <pc:chgData name="Leila Iñigo de la Cruz" userId="fae4ed0d-52e1-4e8b-ac73-77e0b7235c9a" providerId="ADAL" clId="{517829B1-A163-4401-8AED-74678282A31D}" dt="2025-09-11T09:52:30.332" v="482" actId="2696"/>
        <pc:sldMkLst>
          <pc:docMk/>
          <pc:sldMk cId="1101909059" sldId="269"/>
        </pc:sldMkLst>
      </pc:sldChg>
      <pc:sldChg chg="addSp delSp modSp add del mod modShow">
        <pc:chgData name="Leila Iñigo de la Cruz" userId="fae4ed0d-52e1-4e8b-ac73-77e0b7235c9a" providerId="ADAL" clId="{517829B1-A163-4401-8AED-74678282A31D}" dt="2025-09-29T07:36:29.564" v="939" actId="1076"/>
        <pc:sldMkLst>
          <pc:docMk/>
          <pc:sldMk cId="3527549042" sldId="270"/>
        </pc:sldMkLst>
      </pc:sldChg>
      <pc:sldChg chg="addSp delSp modSp new mod modAnim">
        <pc:chgData name="Leila Iñigo de la Cruz" userId="fae4ed0d-52e1-4e8b-ac73-77e0b7235c9a" providerId="ADAL" clId="{517829B1-A163-4401-8AED-74678282A31D}" dt="2025-09-29T11:09:21.131" v="1012" actId="20577"/>
        <pc:sldMkLst>
          <pc:docMk/>
          <pc:sldMk cId="3785836128" sldId="271"/>
        </pc:sldMkLst>
        <pc:spChg chg="mod">
          <ac:chgData name="Leila Iñigo de la Cruz" userId="fae4ed0d-52e1-4e8b-ac73-77e0b7235c9a" providerId="ADAL" clId="{517829B1-A163-4401-8AED-74678282A31D}" dt="2025-09-23T08:57:39.044" v="610" actId="14100"/>
          <ac:spMkLst>
            <pc:docMk/>
            <pc:sldMk cId="3785836128" sldId="271"/>
            <ac:spMk id="2" creationId="{DA26CCC6-9328-113D-EE91-BDE217077061}"/>
          </ac:spMkLst>
        </pc:spChg>
        <pc:spChg chg="add mod">
          <ac:chgData name="Leila Iñigo de la Cruz" userId="fae4ed0d-52e1-4e8b-ac73-77e0b7235c9a" providerId="ADAL" clId="{517829B1-A163-4401-8AED-74678282A31D}" dt="2025-09-29T11:09:21.131" v="1012" actId="20577"/>
          <ac:spMkLst>
            <pc:docMk/>
            <pc:sldMk cId="3785836128" sldId="271"/>
            <ac:spMk id="4" creationId="{E71DEB62-DC84-63B5-11B8-3C3866CC95D8}"/>
          </ac:spMkLst>
        </pc:spChg>
        <pc:picChg chg="add mod">
          <ac:chgData name="Leila Iñigo de la Cruz" userId="fae4ed0d-52e1-4e8b-ac73-77e0b7235c9a" providerId="ADAL" clId="{517829B1-A163-4401-8AED-74678282A31D}" dt="2025-09-23T08:57:02.884" v="602" actId="14100"/>
          <ac:picMkLst>
            <pc:docMk/>
            <pc:sldMk cId="3785836128" sldId="271"/>
            <ac:picMk id="5" creationId="{5EE4FF22-E91B-7D39-D117-9719BE618541}"/>
          </ac:picMkLst>
        </pc:picChg>
      </pc:sldChg>
      <pc:sldChg chg="addSp delSp modSp new mod delAnim modAnim">
        <pc:chgData name="Leila Iñigo de la Cruz" userId="fae4ed0d-52e1-4e8b-ac73-77e0b7235c9a" providerId="ADAL" clId="{517829B1-A163-4401-8AED-74678282A31D}" dt="2025-09-23T10:09:01.112" v="930" actId="1076"/>
        <pc:sldMkLst>
          <pc:docMk/>
          <pc:sldMk cId="1738548642" sldId="272"/>
        </pc:sldMkLst>
        <pc:spChg chg="mod">
          <ac:chgData name="Leila Iñigo de la Cruz" userId="fae4ed0d-52e1-4e8b-ac73-77e0b7235c9a" providerId="ADAL" clId="{517829B1-A163-4401-8AED-74678282A31D}" dt="2025-09-23T09:15:43.078" v="757"/>
          <ac:spMkLst>
            <pc:docMk/>
            <pc:sldMk cId="1738548642" sldId="272"/>
            <ac:spMk id="3" creationId="{2703AB1F-32E2-8EAC-A1E1-654711F83CC2}"/>
          </ac:spMkLst>
        </pc:spChg>
        <pc:spChg chg="add mod">
          <ac:chgData name="Leila Iñigo de la Cruz" userId="fae4ed0d-52e1-4e8b-ac73-77e0b7235c9a" providerId="ADAL" clId="{517829B1-A163-4401-8AED-74678282A31D}" dt="2025-09-23T09:14:12.914" v="709" actId="20577"/>
          <ac:spMkLst>
            <pc:docMk/>
            <pc:sldMk cId="1738548642" sldId="272"/>
            <ac:spMk id="5" creationId="{F3A63B7C-4CDE-4152-F620-2C19B6A794A8}"/>
          </ac:spMkLst>
        </pc:spChg>
        <pc:spChg chg="add mod">
          <ac:chgData name="Leila Iñigo de la Cruz" userId="fae4ed0d-52e1-4e8b-ac73-77e0b7235c9a" providerId="ADAL" clId="{517829B1-A163-4401-8AED-74678282A31D}" dt="2025-09-23T09:20:51.762" v="844" actId="1076"/>
          <ac:spMkLst>
            <pc:docMk/>
            <pc:sldMk cId="1738548642" sldId="272"/>
            <ac:spMk id="6" creationId="{6B2A814C-6972-9A7E-773F-1F1C00034AEC}"/>
          </ac:spMkLst>
        </pc:spChg>
        <pc:spChg chg="add mod">
          <ac:chgData name="Leila Iñigo de la Cruz" userId="fae4ed0d-52e1-4e8b-ac73-77e0b7235c9a" providerId="ADAL" clId="{517829B1-A163-4401-8AED-74678282A31D}" dt="2025-09-23T09:19:04.349" v="827" actId="552"/>
          <ac:spMkLst>
            <pc:docMk/>
            <pc:sldMk cId="1738548642" sldId="272"/>
            <ac:spMk id="7" creationId="{36DF3067-5917-5B4A-F683-DA0FEBFC7E82}"/>
          </ac:spMkLst>
        </pc:spChg>
        <pc:spChg chg="add mod">
          <ac:chgData name="Leila Iñigo de la Cruz" userId="fae4ed0d-52e1-4e8b-ac73-77e0b7235c9a" providerId="ADAL" clId="{517829B1-A163-4401-8AED-74678282A31D}" dt="2025-09-23T09:19:09.086" v="828" actId="552"/>
          <ac:spMkLst>
            <pc:docMk/>
            <pc:sldMk cId="1738548642" sldId="272"/>
            <ac:spMk id="8" creationId="{D2A626B1-3FE6-1FBE-98EA-45B51AB73EED}"/>
          </ac:spMkLst>
        </pc:spChg>
        <pc:spChg chg="add mod">
          <ac:chgData name="Leila Iñigo de la Cruz" userId="fae4ed0d-52e1-4e8b-ac73-77e0b7235c9a" providerId="ADAL" clId="{517829B1-A163-4401-8AED-74678282A31D}" dt="2025-09-23T09:20:48.842" v="843" actId="1076"/>
          <ac:spMkLst>
            <pc:docMk/>
            <pc:sldMk cId="1738548642" sldId="272"/>
            <ac:spMk id="9" creationId="{AAE6F0C3-E423-D25D-124B-E793BBCD86E2}"/>
          </ac:spMkLst>
        </pc:spChg>
        <pc:spChg chg="add mod">
          <ac:chgData name="Leila Iñigo de la Cruz" userId="fae4ed0d-52e1-4e8b-ac73-77e0b7235c9a" providerId="ADAL" clId="{517829B1-A163-4401-8AED-74678282A31D}" dt="2025-09-23T09:20:31.354" v="834" actId="1076"/>
          <ac:spMkLst>
            <pc:docMk/>
            <pc:sldMk cId="1738548642" sldId="272"/>
            <ac:spMk id="10" creationId="{B5210336-80F4-E8F2-B87D-D568E23EC09C}"/>
          </ac:spMkLst>
        </pc:spChg>
        <pc:spChg chg="add mod">
          <ac:chgData name="Leila Iñigo de la Cruz" userId="fae4ed0d-52e1-4e8b-ac73-77e0b7235c9a" providerId="ADAL" clId="{517829B1-A163-4401-8AED-74678282A31D}" dt="2025-09-23T10:09:01.112" v="930" actId="1076"/>
          <ac:spMkLst>
            <pc:docMk/>
            <pc:sldMk cId="1738548642" sldId="272"/>
            <ac:spMk id="12" creationId="{3EE3DC97-8C28-1D9B-72B8-75A7BD3729F7}"/>
          </ac:spMkLst>
        </pc:spChg>
      </pc:sldChg>
      <pc:sldChg chg="addSp modSp new mod">
        <pc:chgData name="Leila Iñigo de la Cruz" userId="fae4ed0d-52e1-4e8b-ac73-77e0b7235c9a" providerId="ADAL" clId="{517829B1-A163-4401-8AED-74678282A31D}" dt="2025-09-29T07:36:53.700" v="983" actId="1076"/>
        <pc:sldMkLst>
          <pc:docMk/>
          <pc:sldMk cId="2199496848" sldId="273"/>
        </pc:sldMkLst>
        <pc:spChg chg="mod">
          <ac:chgData name="Leila Iñigo de la Cruz" userId="fae4ed0d-52e1-4e8b-ac73-77e0b7235c9a" providerId="ADAL" clId="{517829B1-A163-4401-8AED-74678282A31D}" dt="2025-09-29T07:36:47.454" v="979" actId="20577"/>
          <ac:spMkLst>
            <pc:docMk/>
            <pc:sldMk cId="2199496848" sldId="273"/>
            <ac:spMk id="2" creationId="{DE80ABCC-C7FF-F37A-7F22-FC7380F8BF7D}"/>
          </ac:spMkLst>
        </pc:spChg>
        <pc:picChg chg="add mod">
          <ac:chgData name="Leila Iñigo de la Cruz" userId="fae4ed0d-52e1-4e8b-ac73-77e0b7235c9a" providerId="ADAL" clId="{517829B1-A163-4401-8AED-74678282A31D}" dt="2025-09-29T07:36:53.700" v="983" actId="1076"/>
          <ac:picMkLst>
            <pc:docMk/>
            <pc:sldMk cId="2199496848" sldId="273"/>
            <ac:picMk id="4" creationId="{2EDD0434-9A38-C600-3115-314D3B5AC2C7}"/>
          </ac:picMkLst>
        </pc:picChg>
      </pc:sldChg>
      <pc:sldChg chg="addSp delSp modSp new mod">
        <pc:chgData name="Leila Iñigo de la Cruz" userId="fae4ed0d-52e1-4e8b-ac73-77e0b7235c9a" providerId="ADAL" clId="{517829B1-A163-4401-8AED-74678282A31D}" dt="2025-09-29T11:48:53.258" v="1022" actId="478"/>
        <pc:sldMkLst>
          <pc:docMk/>
          <pc:sldMk cId="275702222" sldId="27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6T10:02:3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4129 24575,'239'-13'0,"-187"5"0,1-2 0,76-28 0,-15-3 0,193-78 0,-266 99 0,59-41 0,-4 1 0,21-9 0,110-87 0,-175 113 0,-2-3 0,46-54 0,55-53 0,-107 115 0,-2-2 0,-1-3 0,-2-2 0,-1-2 0,38-63 0,6-21 0,76-129 0,-18-16 0,-83 146 0,40-98 0,4-77 0,-25 62 0,49-197 0,-83 276 0,28-128 0,-60 247 43,-2 0 0,8-91-1,2-19-1535,-15 136-5333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DB051A-0746-4CA0-A5DB-28CA54B19302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000BB1-5D4D-4A3E-B4BF-17AD0C90FF6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789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465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247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9396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9902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Unix is the whole operating system, while shell is a program on Unix that takes commands from the user and gives them to the OS to process.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terminal is the tool you use to run a shell session, providing a user interface to access the Unix shell.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Bash is a specific type of shell, offering more advanced features compared to some other shells.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 summary, when you open a terminal, you are using a GUI or textual interface to access a shell-like Bash, which in turn interacts with the Unix operating system to execute commands and run programs.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331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4114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The topmost directory is the root directory that holds everything else. We refer to it using a slash character, /, on its own; this character is the leading slash in /Users/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nelle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Inside that directory are several other directories: bin (which is where some built-in programs are stored), data (for miscellaneous data files), Users (where users’ personal directories are located), </a:t>
            </a:r>
            <a:r>
              <a:rPr lang="en-US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(for temporary files that don’t need to be stored long-term), and so 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020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000BB1-5D4D-4A3E-B4BF-17AD0C90FF6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98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9854C-8D71-AE3B-3BEB-738C652D9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909872-F6B9-0ED1-39B0-8F411B1B3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AF2EF-D41A-CE0B-3768-66447416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547DF-512B-871A-C340-6DF85F6F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2D1CF-6F2D-D3A6-A0C6-CC23046A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37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C4A5-BECA-FCFC-40A6-1BA7BEFE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986EB-472F-F94F-B89B-47C1B032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950D4-D0B7-B710-481C-5FB0C3F6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23335-1638-EC6E-42F2-BF505C838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E112-E0FC-93DE-B5E9-A9448FEA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525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D880-6C40-7852-86E5-405D45E3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AC347-9505-C4B8-BCA3-95B6A77DF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9FD30-8E9F-B63A-C184-53E53CB1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3EEB6-618A-1B35-3B98-03CF8781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986C3-250B-9C11-E063-2B74CBD0F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31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C24A-B8B5-651C-8696-2E59DF200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01DF-A721-7CE1-DA87-CE247A1793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3B063-7830-B17C-C962-E2619F2B4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C5794-A259-392E-39E0-58BD1D6D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7FEA6-D29F-8F4A-2FB8-B2847DE7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1475-3389-BBAD-6F62-AA7982CB3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3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CF79-BDF2-85D2-4DC1-F8C80B2A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2D05E-9A14-E676-BDD0-FDB166DBF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37965-F113-4A3D-E58E-AC9AA1C7E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D4227-0879-9E84-ED71-B384828F2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00D52-04C7-9F4D-6DA7-DB9F59CD4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3F089-56D3-2511-5B9A-C5AC6E83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157680-631A-6F82-5C39-2E778149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07199-9E12-DC45-6E41-70C37CDA1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558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8227-0527-D3FB-20DD-018F69A0B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36FC08-121D-8B9E-A3B2-B9CFC1B84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678D0-36AE-0CD9-2956-72816A66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E22DB-D7B1-8D53-1A25-7059B227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12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FE262-1622-B6FB-9284-75BFE976E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ABCEFC-0345-C041-15CD-B29CC498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9B15C-868F-F1ED-FB5A-7F9AA061D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315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C819-72A3-6842-5261-3076785E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FB67-31F2-5B66-5C66-CF256D543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10715-320C-DD09-EA42-99EAD141F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A1308-E5DE-EFCA-306C-EBAC6D5D2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C9439-FCC5-DC34-32C2-0081406C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CF8C1-BA0F-060C-2108-BCBE6584D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966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197C-5780-0E9B-74E4-64B6D432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1CA14-F818-6D1A-C063-899A9ADFE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A6724-863A-09C0-C0D8-056BEE167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BE2A6-F3F8-7135-286E-21CC5956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0A06-67FA-D164-7330-966923E40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1B74B-EA3D-4D29-F939-B0EAC6B8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2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B37C-BC4A-8771-C479-605C9117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E2162E-D3B6-C2C5-5EA3-E9B9F7C68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19705-96A5-D3A4-551F-20D1EDF57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B3570-89C4-7E9D-E09D-B604DAEFD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A66E-C86B-813C-8023-8936ED67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70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6EF0C-4A5C-C08F-C923-87B412CE6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5EB43-ACC3-BBF1-6022-0138F5223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40EE1-9DC3-2191-238A-2A3F2347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7FFB9-AA8D-DF3E-A2B2-8A24BB533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CE2ED-E799-9609-57BA-8FE96AC04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33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8339B1-0AA7-E769-5194-79E846E0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95961-D252-3BD8-9925-3387BCC0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C1CE0-F829-3AEE-1771-44DEDF9D3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6F080-1DEF-4F63-BC52-259345FD7597}" type="datetimeFigureOut">
              <a:rPr lang="en-GB" smtClean="0"/>
              <a:t>06/10/2025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463E2-FC77-D670-1544-5D3D2BCB4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AE6AC-10CA-B0E2-B68E-F86AEB0D3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B9066-8AF9-43D8-9B27-002FA33554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633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9.jpe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7AB88-90C3-0774-1775-8FE500A67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2"/>
            <a:ext cx="3451856" cy="3468389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5100" dirty="0"/>
              <a:t>Unix shell Introduction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4374C-625E-4E4F-3FD2-8A19EBBE63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41"/>
          <a:stretch>
            <a:fillRect/>
          </a:stretch>
        </p:blipFill>
        <p:spPr>
          <a:xfrm>
            <a:off x="4849574" y="31113"/>
            <a:ext cx="7214616" cy="2697431"/>
          </a:xfrm>
          <a:prstGeom prst="rect">
            <a:avLst/>
          </a:prstGeom>
        </p:spPr>
      </p:pic>
      <p:pic>
        <p:nvPicPr>
          <p:cNvPr id="1026" name="Picture 2" descr="4TU.ResearchData logo">
            <a:extLst>
              <a:ext uri="{FF2B5EF4-FFF2-40B4-BE49-F238E27FC236}">
                <a16:creationId xmlns:a16="http://schemas.microsoft.com/office/drawing/2014/main" id="{648EA362-2210-8703-1C35-90555CA9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82" y="5508656"/>
            <a:ext cx="485775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63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A05E459-A188-6345-BA06-BF231AC0B37F}"/>
              </a:ext>
            </a:extLst>
          </p:cNvPr>
          <p:cNvGrpSpPr/>
          <p:nvPr/>
        </p:nvGrpSpPr>
        <p:grpSpPr>
          <a:xfrm>
            <a:off x="453036" y="3251010"/>
            <a:ext cx="2548311" cy="1632370"/>
            <a:chOff x="453036" y="3251010"/>
            <a:chExt cx="2548311" cy="1632370"/>
          </a:xfrm>
        </p:grpSpPr>
        <p:pic>
          <p:nvPicPr>
            <p:cNvPr id="1026" name="Picture 2" descr="Das Keyboard - The Ultimate Mechanical Keyboard Experience for Overachievers">
              <a:extLst>
                <a:ext uri="{FF2B5EF4-FFF2-40B4-BE49-F238E27FC236}">
                  <a16:creationId xmlns:a16="http://schemas.microsoft.com/office/drawing/2014/main" id="{C0A0C21C-485D-F715-D591-45F4A90B2E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036" y="3251010"/>
              <a:ext cx="2548311" cy="16323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E28D585-CC1F-CF32-9CC1-5BA1ACFADD37}"/>
                </a:ext>
              </a:extLst>
            </p:cNvPr>
            <p:cNvSpPr txBox="1"/>
            <p:nvPr/>
          </p:nvSpPr>
          <p:spPr>
            <a:xfrm>
              <a:off x="704142" y="3384828"/>
              <a:ext cx="1071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Keyboard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6E78D4-2872-8C18-8BB1-B3C73FF87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04" y="245265"/>
            <a:ext cx="11662391" cy="1325563"/>
          </a:xfrm>
        </p:spPr>
        <p:txBody>
          <a:bodyPr/>
          <a:lstStyle/>
          <a:p>
            <a:pPr algn="ctr"/>
            <a:r>
              <a:rPr lang="en-GB" dirty="0"/>
              <a:t>Background : Human interaction with computers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7EB167-70B8-99A2-8668-5E36E32B1CC2}"/>
              </a:ext>
            </a:extLst>
          </p:cNvPr>
          <p:cNvGrpSpPr/>
          <p:nvPr/>
        </p:nvGrpSpPr>
        <p:grpSpPr>
          <a:xfrm>
            <a:off x="1959329" y="1358708"/>
            <a:ext cx="7361952" cy="2143125"/>
            <a:chOff x="2033975" y="1254675"/>
            <a:chExt cx="7411426" cy="2143125"/>
          </a:xfrm>
        </p:grpSpPr>
        <p:pic>
          <p:nvPicPr>
            <p:cNvPr id="1032" name="Picture 8" descr="Man profile cartoon | Download on Freepik | Packers and movers, Male  profile, Cartoon profile pics">
              <a:extLst>
                <a:ext uri="{FF2B5EF4-FFF2-40B4-BE49-F238E27FC236}">
                  <a16:creationId xmlns:a16="http://schemas.microsoft.com/office/drawing/2014/main" id="{0859F8AA-5FFD-A073-F28C-BF75F37D26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3975" y="1254675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What is a Computer? - Computing - Teaching Wiki - Twinkl">
              <a:extLst>
                <a:ext uri="{FF2B5EF4-FFF2-40B4-BE49-F238E27FC236}">
                  <a16:creationId xmlns:a16="http://schemas.microsoft.com/office/drawing/2014/main" id="{6023E719-F3B5-C38B-1B90-A74F08686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6451" y="1600199"/>
              <a:ext cx="3028950" cy="1514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F7E83365-38F7-0175-5962-9AC0A156CF59}"/>
                </a:ext>
              </a:extLst>
            </p:cNvPr>
            <p:cNvSpPr/>
            <p:nvPr/>
          </p:nvSpPr>
          <p:spPr>
            <a:xfrm>
              <a:off x="4385388" y="2024743"/>
              <a:ext cx="2031063" cy="354563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DE4AC847-716D-6210-847F-1D351D95AF5A}"/>
                </a:ext>
              </a:extLst>
            </p:cNvPr>
            <p:cNvSpPr/>
            <p:nvPr/>
          </p:nvSpPr>
          <p:spPr>
            <a:xfrm flipH="1">
              <a:off x="4385387" y="2536079"/>
              <a:ext cx="2031062" cy="354563"/>
            </a:xfrm>
            <a:prstGeom prst="rightArrow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56D7CB2-3091-EB09-1F50-F6614D3DF9D9}"/>
              </a:ext>
            </a:extLst>
          </p:cNvPr>
          <p:cNvSpPr/>
          <p:nvPr/>
        </p:nvSpPr>
        <p:spPr>
          <a:xfrm>
            <a:off x="1959329" y="1271560"/>
            <a:ext cx="7231324" cy="2056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88B8022-E58B-E20D-1ADA-7BABC9BAAC9B}"/>
              </a:ext>
            </a:extLst>
          </p:cNvPr>
          <p:cNvGrpSpPr/>
          <p:nvPr/>
        </p:nvGrpSpPr>
        <p:grpSpPr>
          <a:xfrm>
            <a:off x="663209" y="4514048"/>
            <a:ext cx="2031062" cy="2146511"/>
            <a:chOff x="663209" y="4514048"/>
            <a:chExt cx="2031062" cy="2146511"/>
          </a:xfrm>
        </p:grpSpPr>
        <p:pic>
          <p:nvPicPr>
            <p:cNvPr id="1028" name="Picture 4" descr="Computer mouse - Wikipedia">
              <a:extLst>
                <a:ext uri="{FF2B5EF4-FFF2-40B4-BE49-F238E27FC236}">
                  <a16:creationId xmlns:a16="http://schemas.microsoft.com/office/drawing/2014/main" id="{0354F0F9-D4FC-5788-25BF-EAB267D05F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209" y="4883380"/>
              <a:ext cx="2031062" cy="17771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2B2FC39-6D34-2F38-1734-962822B080AD}"/>
                </a:ext>
              </a:extLst>
            </p:cNvPr>
            <p:cNvSpPr txBox="1"/>
            <p:nvPr/>
          </p:nvSpPr>
          <p:spPr>
            <a:xfrm>
              <a:off x="887369" y="4514048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Mouse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C2D787-6FE2-C062-518E-177493E7B7C3}"/>
              </a:ext>
            </a:extLst>
          </p:cNvPr>
          <p:cNvGrpSpPr/>
          <p:nvPr/>
        </p:nvGrpSpPr>
        <p:grpSpPr>
          <a:xfrm>
            <a:off x="3001347" y="3704456"/>
            <a:ext cx="3629616" cy="1426152"/>
            <a:chOff x="3001347" y="3704456"/>
            <a:chExt cx="3629616" cy="1426152"/>
          </a:xfrm>
        </p:grpSpPr>
        <p:pic>
          <p:nvPicPr>
            <p:cNvPr id="1036" name="Picture 12" descr="How to Design an Effective Touch-Screen User Interface - Pannam">
              <a:extLst>
                <a:ext uri="{FF2B5EF4-FFF2-40B4-BE49-F238E27FC236}">
                  <a16:creationId xmlns:a16="http://schemas.microsoft.com/office/drawing/2014/main" id="{43CDDBCB-CE4D-9320-D770-A6883BBC08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1347" y="3704456"/>
              <a:ext cx="2143125" cy="14261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E6C3715-53B3-9AE0-747D-5C3ECF7706D3}"/>
                </a:ext>
              </a:extLst>
            </p:cNvPr>
            <p:cNvSpPr txBox="1"/>
            <p:nvPr/>
          </p:nvSpPr>
          <p:spPr>
            <a:xfrm>
              <a:off x="5131322" y="4168131"/>
              <a:ext cx="14996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Touch screens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8D3D2CB-B1E0-40B0-05AD-52F7D031FFD8}"/>
              </a:ext>
            </a:extLst>
          </p:cNvPr>
          <p:cNvGrpSpPr/>
          <p:nvPr/>
        </p:nvGrpSpPr>
        <p:grpSpPr>
          <a:xfrm>
            <a:off x="2728924" y="5413595"/>
            <a:ext cx="4373621" cy="1361670"/>
            <a:chOff x="2728924" y="5413595"/>
            <a:chExt cx="4373621" cy="1361670"/>
          </a:xfrm>
        </p:grpSpPr>
        <p:pic>
          <p:nvPicPr>
            <p:cNvPr id="1038" name="Picture 14" descr="Voice and Speech Recognition Technology in Mobile Apps">
              <a:extLst>
                <a:ext uri="{FF2B5EF4-FFF2-40B4-BE49-F238E27FC236}">
                  <a16:creationId xmlns:a16="http://schemas.microsoft.com/office/drawing/2014/main" id="{1DF3B53B-679C-76C7-3531-B0930BF8F8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5323" y="5413595"/>
              <a:ext cx="2647222" cy="13616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B111B3C-DB41-1DCA-DD86-FE34668BB778}"/>
                </a:ext>
              </a:extLst>
            </p:cNvPr>
            <p:cNvSpPr txBox="1"/>
            <p:nvPr/>
          </p:nvSpPr>
          <p:spPr>
            <a:xfrm>
              <a:off x="2728924" y="5771265"/>
              <a:ext cx="18147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Voice recognition</a:t>
              </a:r>
            </a:p>
            <a:p>
              <a:pPr algn="ctr"/>
              <a:r>
                <a:rPr lang="en-GB" dirty="0"/>
                <a:t>systems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948CFB-B807-A102-9E9E-A195F2F883BE}"/>
              </a:ext>
            </a:extLst>
          </p:cNvPr>
          <p:cNvGrpSpPr/>
          <p:nvPr/>
        </p:nvGrpSpPr>
        <p:grpSpPr>
          <a:xfrm>
            <a:off x="7954813" y="5365565"/>
            <a:ext cx="3825185" cy="1409700"/>
            <a:chOff x="7954813" y="5365565"/>
            <a:chExt cx="3825185" cy="1409700"/>
          </a:xfrm>
        </p:grpSpPr>
        <p:pic>
          <p:nvPicPr>
            <p:cNvPr id="1042" name="Picture 18" descr="Linux Command Line Interface Introduction: A Guide to the Linux CLI | Linux  Journal">
              <a:extLst>
                <a:ext uri="{FF2B5EF4-FFF2-40B4-BE49-F238E27FC236}">
                  <a16:creationId xmlns:a16="http://schemas.microsoft.com/office/drawing/2014/main" id="{249D6F92-02DC-9A4C-EDBF-73E9132CF5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1973" y="5365565"/>
              <a:ext cx="3248025" cy="1409700"/>
            </a:xfrm>
            <a:prstGeom prst="rect">
              <a:avLst/>
            </a:prstGeom>
            <a:noFill/>
            <a:effectLst>
              <a:glow rad="127000">
                <a:schemeClr val="accent2">
                  <a:lumMod val="60000"/>
                  <a:lumOff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46CBEC-1470-B0D4-2F89-7014001CCFA8}"/>
                </a:ext>
              </a:extLst>
            </p:cNvPr>
            <p:cNvSpPr txBox="1"/>
            <p:nvPr/>
          </p:nvSpPr>
          <p:spPr>
            <a:xfrm>
              <a:off x="7954813" y="5714717"/>
              <a:ext cx="4651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CLI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A50D988-506D-D857-D445-B245D43424B7}"/>
              </a:ext>
            </a:extLst>
          </p:cNvPr>
          <p:cNvGrpSpPr/>
          <p:nvPr/>
        </p:nvGrpSpPr>
        <p:grpSpPr>
          <a:xfrm>
            <a:off x="7099507" y="3569494"/>
            <a:ext cx="3496083" cy="1628775"/>
            <a:chOff x="7099507" y="3569494"/>
            <a:chExt cx="3496083" cy="1628775"/>
          </a:xfrm>
        </p:grpSpPr>
        <p:pic>
          <p:nvPicPr>
            <p:cNvPr id="1040" name="Picture 16" descr="What is a graphical user interface? | ITPro">
              <a:extLst>
                <a:ext uri="{FF2B5EF4-FFF2-40B4-BE49-F238E27FC236}">
                  <a16:creationId xmlns:a16="http://schemas.microsoft.com/office/drawing/2014/main" id="{3D7804C2-6FCA-37B4-8DB3-785398712A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5715" y="3569494"/>
              <a:ext cx="2809875" cy="1628775"/>
            </a:xfrm>
            <a:prstGeom prst="rect">
              <a:avLst/>
            </a:prstGeom>
            <a:noFill/>
            <a:effectLst>
              <a:glow rad="127000">
                <a:schemeClr val="accent6">
                  <a:lumMod val="60000"/>
                  <a:lumOff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B95AC4-CEA0-C7A5-B532-F354609AED22}"/>
                </a:ext>
              </a:extLst>
            </p:cNvPr>
            <p:cNvSpPr txBox="1"/>
            <p:nvPr/>
          </p:nvSpPr>
          <p:spPr>
            <a:xfrm>
              <a:off x="7099507" y="3647154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GUI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7249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93D99-8AF2-F489-0E4A-4AC8CDE5C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However, the GUI scales poorly with repetitive tasks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48CB28-233F-78CF-5F22-BABA6A47F77B}"/>
              </a:ext>
            </a:extLst>
          </p:cNvPr>
          <p:cNvGrpSpPr/>
          <p:nvPr/>
        </p:nvGrpSpPr>
        <p:grpSpPr>
          <a:xfrm>
            <a:off x="348502" y="1887102"/>
            <a:ext cx="2848226" cy="2101726"/>
            <a:chOff x="1290519" y="1922106"/>
            <a:chExt cx="4653081" cy="2876027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0D71376-B8B7-705F-EB00-5ABA7D933920}"/>
                </a:ext>
              </a:extLst>
            </p:cNvPr>
            <p:cNvCxnSpPr/>
            <p:nvPr/>
          </p:nvCxnSpPr>
          <p:spPr>
            <a:xfrm>
              <a:off x="2817845" y="1922106"/>
              <a:ext cx="0" cy="2220686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50B19C1-32EB-B083-A925-BC94B5EC7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7845" y="4142792"/>
              <a:ext cx="3125755" cy="0"/>
            </a:xfrm>
            <a:prstGeom prst="line">
              <a:avLst/>
            </a:prstGeom>
            <a:ln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8DD86A-F47C-B6BA-7E27-D09B67A2C5C1}"/>
                </a:ext>
              </a:extLst>
            </p:cNvPr>
            <p:cNvSpPr txBox="1"/>
            <p:nvPr/>
          </p:nvSpPr>
          <p:spPr>
            <a:xfrm>
              <a:off x="1290519" y="2015413"/>
              <a:ext cx="1394152" cy="8844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Time, Energy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103AA9-9CDF-39E6-F07E-1EEEB8F460C1}"/>
                </a:ext>
              </a:extLst>
            </p:cNvPr>
            <p:cNvSpPr txBox="1"/>
            <p:nvPr/>
          </p:nvSpPr>
          <p:spPr>
            <a:xfrm>
              <a:off x="4056579" y="4151802"/>
              <a:ext cx="16624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dirty="0"/>
                <a:t># of </a:t>
              </a:r>
            </a:p>
            <a:p>
              <a:pPr algn="ctr"/>
              <a:r>
                <a:rPr lang="en-GB" dirty="0"/>
                <a:t>repetitive tasks 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B2413FB-01AB-0447-DEA9-57944A9798AC}"/>
                    </a:ext>
                  </a:extLst>
                </p14:cNvPr>
                <p14:cNvContentPartPr/>
                <p14:nvPr/>
              </p14:nvContentPartPr>
              <p14:xfrm>
                <a:off x="2836036" y="2099424"/>
                <a:ext cx="1827720" cy="2034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B2413FB-01AB-0447-DEA9-57944A9798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26039" y="2091050"/>
                  <a:ext cx="1847714" cy="2051108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A0427D3-E442-429C-424A-697E20FA8A87}"/>
              </a:ext>
            </a:extLst>
          </p:cNvPr>
          <p:cNvCxnSpPr>
            <a:cxnSpLocks/>
          </p:cNvCxnSpPr>
          <p:nvPr/>
        </p:nvCxnSpPr>
        <p:spPr>
          <a:xfrm>
            <a:off x="3671790" y="1674634"/>
            <a:ext cx="0" cy="260441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52BFDD-1978-CEB1-85AE-46329E3EDE0E}"/>
              </a:ext>
            </a:extLst>
          </p:cNvPr>
          <p:cNvGrpSpPr/>
          <p:nvPr/>
        </p:nvGrpSpPr>
        <p:grpSpPr>
          <a:xfrm>
            <a:off x="4033193" y="1545055"/>
            <a:ext cx="7933137" cy="2923289"/>
            <a:chOff x="4033193" y="1545055"/>
            <a:chExt cx="7933137" cy="2923289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A0B6460-2628-66F0-F86E-1D71D9EA97B8}"/>
                </a:ext>
              </a:extLst>
            </p:cNvPr>
            <p:cNvGrpSpPr/>
            <p:nvPr/>
          </p:nvGrpSpPr>
          <p:grpSpPr>
            <a:xfrm>
              <a:off x="4033193" y="1545055"/>
              <a:ext cx="5441980" cy="2604414"/>
              <a:chOff x="4009929" y="1224816"/>
              <a:chExt cx="7191611" cy="3545465"/>
            </a:xfrm>
          </p:grpSpPr>
          <p:pic>
            <p:nvPicPr>
              <p:cNvPr id="2050" name="Picture 2" descr="Text File Viewer - Download">
                <a:extLst>
                  <a:ext uri="{FF2B5EF4-FFF2-40B4-BE49-F238E27FC236}">
                    <a16:creationId xmlns:a16="http://schemas.microsoft.com/office/drawing/2014/main" id="{720BC48C-E2FC-FD33-1CB6-CFF0CC1895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09929" y="2165866"/>
                <a:ext cx="2530830" cy="25308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EF1270-4BAA-DCAE-2CFF-FD2526292386}"/>
                  </a:ext>
                </a:extLst>
              </p:cNvPr>
              <p:cNvSpPr txBox="1"/>
              <p:nvPr/>
            </p:nvSpPr>
            <p:spPr>
              <a:xfrm>
                <a:off x="4009929" y="1594147"/>
                <a:ext cx="1039708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Example: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0F6899C-9F18-82E8-EDE5-4F599603B096}"/>
                  </a:ext>
                </a:extLst>
              </p:cNvPr>
              <p:cNvSpPr/>
              <p:nvPr/>
            </p:nvSpPr>
            <p:spPr>
              <a:xfrm>
                <a:off x="4117975" y="3121025"/>
                <a:ext cx="2168525" cy="63500"/>
              </a:xfrm>
              <a:prstGeom prst="rect">
                <a:avLst/>
              </a:prstGeom>
              <a:noFill/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E494F530-19EA-66F8-3E30-A6C1EC4B4F4D}"/>
                  </a:ext>
                </a:extLst>
              </p:cNvPr>
              <p:cNvCxnSpPr/>
              <p:nvPr/>
            </p:nvCxnSpPr>
            <p:spPr>
              <a:xfrm>
                <a:off x="6624735" y="3184525"/>
                <a:ext cx="7277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2054" name="Picture 6" descr="What is the definition of a TXT file? - Quora">
                <a:extLst>
                  <a:ext uri="{FF2B5EF4-FFF2-40B4-BE49-F238E27FC236}">
                    <a16:creationId xmlns:a16="http://schemas.microsoft.com/office/drawing/2014/main" id="{FC0C3DAA-539F-B062-EB2F-49BF77864D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52522" y="2419676"/>
                <a:ext cx="1537217" cy="153721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EBC1122-368C-4003-09E7-F1E773EAA8DB}"/>
                  </a:ext>
                </a:extLst>
              </p:cNvPr>
              <p:cNvSpPr txBox="1"/>
              <p:nvPr/>
            </p:nvSpPr>
            <p:spPr>
              <a:xfrm>
                <a:off x="6514016" y="2653215"/>
                <a:ext cx="627223" cy="369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copy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A5BB75B-952A-96EB-6E58-DD8558CC7468}"/>
                  </a:ext>
                </a:extLst>
              </p:cNvPr>
              <p:cNvCxnSpPr/>
              <p:nvPr/>
            </p:nvCxnSpPr>
            <p:spPr>
              <a:xfrm flipV="1">
                <a:off x="8847653" y="2198869"/>
                <a:ext cx="615821" cy="4543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7F8E5BC-8CEA-B953-C119-F26477142F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35355" y="3779938"/>
                <a:ext cx="794757" cy="44002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EAE2E461-2CE3-33D4-D3D1-065790C0CB82}"/>
                  </a:ext>
                </a:extLst>
              </p:cNvPr>
              <p:cNvCxnSpPr/>
              <p:nvPr/>
            </p:nvCxnSpPr>
            <p:spPr>
              <a:xfrm>
                <a:off x="8889739" y="3184525"/>
                <a:ext cx="72778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8EC1BA3-F243-11FD-EC9C-B31049CE0903}"/>
                  </a:ext>
                </a:extLst>
              </p:cNvPr>
              <p:cNvSpPr txBox="1"/>
              <p:nvPr/>
            </p:nvSpPr>
            <p:spPr>
              <a:xfrm>
                <a:off x="8820192" y="2745846"/>
                <a:ext cx="1015580" cy="502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paste</a:t>
                </a:r>
              </a:p>
            </p:txBody>
          </p:sp>
          <p:pic>
            <p:nvPicPr>
              <p:cNvPr id="32" name="Picture 10" descr="folder&quot; Icon - Download for free – Iconduck">
                <a:extLst>
                  <a:ext uri="{FF2B5EF4-FFF2-40B4-BE49-F238E27FC236}">
                    <a16:creationId xmlns:a16="http://schemas.microsoft.com/office/drawing/2014/main" id="{52F78F79-CDEE-D1B1-F60C-55A2C48DF9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59704" y="3915087"/>
                <a:ext cx="1067928" cy="855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10" descr="folder&quot; Icon - Download for free – Iconduck">
                <a:extLst>
                  <a:ext uri="{FF2B5EF4-FFF2-40B4-BE49-F238E27FC236}">
                    <a16:creationId xmlns:a16="http://schemas.microsoft.com/office/drawing/2014/main" id="{51D4D1C0-72C4-B185-7009-6C336CC2D9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59704" y="2791587"/>
                <a:ext cx="1067928" cy="855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10" descr="folder&quot; Icon - Download for free – Iconduck">
                <a:extLst>
                  <a:ext uri="{FF2B5EF4-FFF2-40B4-BE49-F238E27FC236}">
                    <a16:creationId xmlns:a16="http://schemas.microsoft.com/office/drawing/2014/main" id="{2B9A6F88-65F7-D9FB-D26F-9664C16CA4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59704" y="1668087"/>
                <a:ext cx="1067928" cy="8551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D9E55CE-3B61-02ED-C519-C34CC33A94E0}"/>
                  </a:ext>
                </a:extLst>
              </p:cNvPr>
              <p:cNvSpPr txBox="1"/>
              <p:nvPr/>
            </p:nvSpPr>
            <p:spPr>
              <a:xfrm>
                <a:off x="9730112" y="1224816"/>
                <a:ext cx="1471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50 directories</a:t>
                </a:r>
              </a:p>
            </p:txBody>
          </p:sp>
        </p:grpSp>
        <p:sp>
          <p:nvSpPr>
            <p:cNvPr id="39" name="Arrow: Right 38">
              <a:extLst>
                <a:ext uri="{FF2B5EF4-FFF2-40B4-BE49-F238E27FC236}">
                  <a16:creationId xmlns:a16="http://schemas.microsoft.com/office/drawing/2014/main" id="{D9B5CF56-01B2-A83A-5DD7-DD92A730B4AB}"/>
                </a:ext>
              </a:extLst>
            </p:cNvPr>
            <p:cNvSpPr/>
            <p:nvPr/>
          </p:nvSpPr>
          <p:spPr>
            <a:xfrm>
              <a:off x="9395927" y="2729974"/>
              <a:ext cx="808114" cy="52641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60" name="Picture 12" descr="Business office tired worker flat icon pictograph Vector Image">
              <a:extLst>
                <a:ext uri="{FF2B5EF4-FFF2-40B4-BE49-F238E27FC236}">
                  <a16:creationId xmlns:a16="http://schemas.microsoft.com/office/drawing/2014/main" id="{147C2C6D-63D1-7A2B-A215-B2665DE817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487" b="18675"/>
            <a:stretch/>
          </p:blipFill>
          <p:spPr bwMode="auto">
            <a:xfrm>
              <a:off x="10256555" y="1635725"/>
              <a:ext cx="1709775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2" name="Picture 14" descr="Data error icon designed in linear style 8060644 Vector Art at Vecteezy">
              <a:extLst>
                <a:ext uri="{FF2B5EF4-FFF2-40B4-BE49-F238E27FC236}">
                  <a16:creationId xmlns:a16="http://schemas.microsoft.com/office/drawing/2014/main" id="{732F8EB4-E34D-52D3-1A69-5AB8AB6D69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32065" y="2847033"/>
              <a:ext cx="1621311" cy="16213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4BB8C3E-FA63-4DAB-1B51-A9C48623CB9A}"/>
              </a:ext>
            </a:extLst>
          </p:cNvPr>
          <p:cNvGrpSpPr/>
          <p:nvPr/>
        </p:nvGrpSpPr>
        <p:grpSpPr>
          <a:xfrm>
            <a:off x="1948317" y="4591260"/>
            <a:ext cx="7869199" cy="2143125"/>
            <a:chOff x="2550456" y="4608089"/>
            <a:chExt cx="7869199" cy="214312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F29B5FC-E5AB-E644-7F2C-3DC3B67540EE}"/>
                </a:ext>
              </a:extLst>
            </p:cNvPr>
            <p:cNvGrpSpPr/>
            <p:nvPr/>
          </p:nvGrpSpPr>
          <p:grpSpPr>
            <a:xfrm>
              <a:off x="2550456" y="4797052"/>
              <a:ext cx="4996349" cy="1859079"/>
              <a:chOff x="7954813" y="5365565"/>
              <a:chExt cx="3825185" cy="1409700"/>
            </a:xfrm>
          </p:grpSpPr>
          <p:pic>
            <p:nvPicPr>
              <p:cNvPr id="42" name="Picture 18" descr="Linux Command Line Interface Introduction: A Guide to the Linux CLI | Linux  Journal">
                <a:extLst>
                  <a:ext uri="{FF2B5EF4-FFF2-40B4-BE49-F238E27FC236}">
                    <a16:creationId xmlns:a16="http://schemas.microsoft.com/office/drawing/2014/main" id="{4E30ACC8-B95D-AE81-25F5-AFD238052E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31973" y="5365565"/>
                <a:ext cx="3248025" cy="1409700"/>
              </a:xfrm>
              <a:prstGeom prst="rect">
                <a:avLst/>
              </a:prstGeom>
              <a:noFill/>
              <a:effectLst>
                <a:glow rad="127000">
                  <a:schemeClr val="accent2">
                    <a:lumMod val="60000"/>
                    <a:lumOff val="40000"/>
                  </a:schemeClr>
                </a:glo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0550C0-87AB-107F-7B93-F7F4D621C278}"/>
                  </a:ext>
                </a:extLst>
              </p:cNvPr>
              <p:cNvSpPr txBox="1"/>
              <p:nvPr/>
            </p:nvSpPr>
            <p:spPr>
              <a:xfrm>
                <a:off x="7954813" y="5714717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/>
                  <a:t>CLI</a:t>
                </a:r>
              </a:p>
            </p:txBody>
          </p:sp>
        </p:grpSp>
        <p:pic>
          <p:nvPicPr>
            <p:cNvPr id="2064" name="Picture 16" descr="Good - Free marketing icons">
              <a:extLst>
                <a:ext uri="{FF2B5EF4-FFF2-40B4-BE49-F238E27FC236}">
                  <a16:creationId xmlns:a16="http://schemas.microsoft.com/office/drawing/2014/main" id="{86011BBD-9210-30CB-70B8-0AED57A9C5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6530" y="4608089"/>
              <a:ext cx="214312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8815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CCC6-9328-113D-EE91-BDE217077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64" y="1734021"/>
            <a:ext cx="4519862" cy="1325563"/>
          </a:xfrm>
        </p:spPr>
        <p:txBody>
          <a:bodyPr/>
          <a:lstStyle/>
          <a:p>
            <a:r>
              <a:rPr lang="en-US" b="1" dirty="0"/>
              <a:t>Key points </a:t>
            </a:r>
            <a:endParaRPr lang="nl-NL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1DEB62-DC84-63B5-11B8-3C3866CC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873" y="4078939"/>
            <a:ext cx="1185312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Unix shell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has been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around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for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decades,</a:t>
            </a:r>
            <a:r>
              <a:rPr kumimoji="0" lang="nl-NL" altLang="nl-NL" sz="20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older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than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most of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Its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longevity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comes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from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being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most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productive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programming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environments ever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created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Graphical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interfaces feel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easier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initially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nl-NL" altLang="nl-NL" sz="2000" b="1" dirty="0"/>
              <a:t>Unix terminal/shell</a:t>
            </a:r>
            <a:r>
              <a:rPr kumimoji="0" lang="nl-NL" altLang="nl-N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offers </a:t>
            </a:r>
            <a:r>
              <a:rPr lang="nl-NL" altLang="nl-NL" sz="2000" dirty="0"/>
              <a:t>high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productivity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once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nl-NL" altLang="nl-NL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learned</a:t>
            </a:r>
            <a:r>
              <a:rPr kumimoji="0" lang="nl-NL" altLang="nl-N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 descr="Two people with laptop">
            <a:extLst>
              <a:ext uri="{FF2B5EF4-FFF2-40B4-BE49-F238E27FC236}">
                <a16:creationId xmlns:a16="http://schemas.microsoft.com/office/drawing/2014/main" id="{5EE4FF22-E91B-7D39-D117-9719BE618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37" y="224515"/>
            <a:ext cx="5173579" cy="344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3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6394-41FE-F1DB-58F7-7FB32B596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Concepts clarification 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005E5-98F6-3495-2B1F-3817F0FA9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Unix (operative system)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Shell (command line “language” to communicate to OS)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Terminal (User interaction to the shell )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Bash (a type of Unix shell)</a:t>
            </a:r>
            <a:endParaRPr lang="nl-NL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1026" name="Picture 2" descr="Confused icons for free download | Freepik">
            <a:extLst>
              <a:ext uri="{FF2B5EF4-FFF2-40B4-BE49-F238E27FC236}">
                <a16:creationId xmlns:a16="http://schemas.microsoft.com/office/drawing/2014/main" id="{D9333CD0-EB76-87C3-222A-31E61BB8C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939" y="3661218"/>
            <a:ext cx="2650682" cy="2650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AD16C393-07FB-AE04-D8AF-8AD4840B98EC}"/>
              </a:ext>
            </a:extLst>
          </p:cNvPr>
          <p:cNvSpPr/>
          <p:nvPr/>
        </p:nvSpPr>
        <p:spPr>
          <a:xfrm>
            <a:off x="7883427" y="2948528"/>
            <a:ext cx="2515279" cy="1844386"/>
          </a:xfrm>
          <a:prstGeom prst="wedgeEllipseCallout">
            <a:avLst>
              <a:gd name="adj1" fmla="val -98036"/>
              <a:gd name="adj2" fmla="val 8136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Unix shell? Or Bash ? Or terminal? </a:t>
            </a:r>
            <a:endParaRPr lang="nl-NL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6808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3AB1F-32E2-8EAC-A1E1-654711F8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Depends on your OS!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A63B7C-4CDE-4152-F620-2C19B6A79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going to use today? 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A814C-6972-9A7E-773F-1F1C00034AEC}"/>
              </a:ext>
            </a:extLst>
          </p:cNvPr>
          <p:cNvSpPr txBox="1"/>
          <p:nvPr/>
        </p:nvSpPr>
        <p:spPr>
          <a:xfrm>
            <a:off x="955193" y="2776529"/>
            <a:ext cx="1082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Windows</a:t>
            </a:r>
            <a:endParaRPr lang="nl-NL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F3067-5917-5B4A-F683-DA0FEBFC7E82}"/>
              </a:ext>
            </a:extLst>
          </p:cNvPr>
          <p:cNvSpPr txBox="1"/>
          <p:nvPr/>
        </p:nvSpPr>
        <p:spPr>
          <a:xfrm>
            <a:off x="2863516" y="2755231"/>
            <a:ext cx="957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Git bash</a:t>
            </a:r>
            <a:endParaRPr lang="nl-NL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626B1-3FE6-1FBE-98EA-45B51AB73EED}"/>
              </a:ext>
            </a:extLst>
          </p:cNvPr>
          <p:cNvSpPr txBox="1"/>
          <p:nvPr/>
        </p:nvSpPr>
        <p:spPr>
          <a:xfrm>
            <a:off x="5017168" y="2505670"/>
            <a:ext cx="37899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lightweight Bash emulation on Windows that comes with Git for Windows. </a:t>
            </a:r>
            <a:endParaRPr lang="nl-N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6F0C3-E423-D25D-124B-E793BBCD86E2}"/>
              </a:ext>
            </a:extLst>
          </p:cNvPr>
          <p:cNvSpPr txBox="1"/>
          <p:nvPr/>
        </p:nvSpPr>
        <p:spPr>
          <a:xfrm>
            <a:off x="955193" y="4096765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macOS/Linux</a:t>
            </a:r>
            <a:endParaRPr lang="nl-NL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210336-80F4-E8F2-B87D-D568E23EC09C}"/>
              </a:ext>
            </a:extLst>
          </p:cNvPr>
          <p:cNvSpPr txBox="1"/>
          <p:nvPr/>
        </p:nvSpPr>
        <p:spPr>
          <a:xfrm>
            <a:off x="2863516" y="4096765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Unix shell</a:t>
            </a:r>
            <a:endParaRPr lang="nl-NL" dirty="0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E3DC97-8C28-1D9B-72B8-75A7BD3729F7}"/>
              </a:ext>
            </a:extLst>
          </p:cNvPr>
          <p:cNvSpPr txBox="1"/>
          <p:nvPr/>
        </p:nvSpPr>
        <p:spPr>
          <a:xfrm>
            <a:off x="5137484" y="3958265"/>
            <a:ext cx="3789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"classic" command-line environment on Unix-like systems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3854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D563-157D-FD78-3530-636BFC80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Unix shell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70124-6FAE-31E2-F7A4-E67981365FED}"/>
              </a:ext>
            </a:extLst>
          </p:cNvPr>
          <p:cNvSpPr txBox="1"/>
          <p:nvPr/>
        </p:nvSpPr>
        <p:spPr>
          <a:xfrm>
            <a:off x="746089" y="1328947"/>
            <a:ext cx="963385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b="0" i="0" dirty="0">
              <a:solidFill>
                <a:srgbClr val="383838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Bash is the default shell on most modern implementations of Unix. 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solidFill>
                <a:srgbClr val="383838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Git Bash is a piece of software that enables Windows users to use a Bash like interface when interacting with Git.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solidFill>
                <a:srgbClr val="383838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i="0" u="sng" dirty="0">
                <a:solidFill>
                  <a:srgbClr val="383838"/>
                </a:solidFill>
                <a:effectLst/>
                <a:latin typeface="+mj-lt"/>
              </a:rPr>
              <a:t>The shell is a scripting language; thus, users can type commands</a:t>
            </a: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. </a:t>
            </a:r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 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solidFill>
                <a:srgbClr val="383838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The grammar of a shell allows you to combine existing tools into powerful pipelines and handle large volumes of data automatically. </a:t>
            </a:r>
            <a:r>
              <a:rPr lang="en-US" b="0" i="0" u="sng" dirty="0">
                <a:solidFill>
                  <a:srgbClr val="383838"/>
                </a:solidFill>
                <a:effectLst/>
                <a:latin typeface="+mj-lt"/>
              </a:rPr>
              <a:t>Sequences of commands can be written into a </a:t>
            </a:r>
            <a:r>
              <a:rPr lang="en-US" b="0" i="1" u="sng" dirty="0">
                <a:solidFill>
                  <a:srgbClr val="383838"/>
                </a:solidFill>
                <a:effectLst/>
                <a:latin typeface="+mj-lt"/>
              </a:rPr>
              <a:t>script</a:t>
            </a:r>
            <a:r>
              <a:rPr lang="en-US" b="0" i="0" u="sng" dirty="0">
                <a:solidFill>
                  <a:srgbClr val="383838"/>
                </a:solidFill>
                <a:effectLst/>
                <a:latin typeface="+mj-lt"/>
              </a:rPr>
              <a:t>, improving the reproducibility of workflows</a:t>
            </a: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b="0" i="0" dirty="0">
              <a:solidFill>
                <a:srgbClr val="383838"/>
              </a:solidFill>
              <a:effectLst/>
              <a:latin typeface="+mj-lt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 The command line is often the </a:t>
            </a:r>
            <a:r>
              <a:rPr lang="en-US" b="1" dirty="0">
                <a:solidFill>
                  <a:srgbClr val="383838"/>
                </a:solidFill>
                <a:latin typeface="+mj-lt"/>
              </a:rPr>
              <a:t>only</a:t>
            </a:r>
            <a:r>
              <a:rPr lang="en-US" b="0" i="0" dirty="0">
                <a:solidFill>
                  <a:srgbClr val="383838"/>
                </a:solidFill>
                <a:effectLst/>
                <a:latin typeface="+mj-lt"/>
              </a:rPr>
              <a:t> way to interact with remote machines, supercomputers, clusters and cloud computing systems, thus </a:t>
            </a:r>
            <a:r>
              <a:rPr lang="en-US" b="0" i="0" u="sng" dirty="0">
                <a:solidFill>
                  <a:srgbClr val="383838"/>
                </a:solidFill>
                <a:effectLst/>
                <a:latin typeface="+mj-lt"/>
              </a:rPr>
              <a:t>being able to interact with the shell is becoming a necessary skill.</a:t>
            </a:r>
            <a:endParaRPr lang="en-GB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60234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EA7C9-0EFE-7C47-CBFD-1ECABD62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anchor="ctr">
            <a:normAutofit/>
          </a:bodyPr>
          <a:lstStyle/>
          <a:p>
            <a:r>
              <a:rPr lang="en-US" sz="5200" dirty="0"/>
              <a:t>You </a:t>
            </a:r>
            <a:endParaRPr lang="nl-NL" sz="5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4707A8-DB01-0FBF-2CD9-A5874F123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11" y="1449812"/>
            <a:ext cx="9360568" cy="439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54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0ABCC-C7FF-F37A-7F22-FC7380F8B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expectations for this workshop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71B9B-C657-ABC4-A0B1-6F6B9AEE4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73" y="1335566"/>
            <a:ext cx="7964906" cy="535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49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27AF5F-9A0E-42B7-A252-FD64C9885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39F998-9100-B435-3D22-1947A9AFE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866" y="271736"/>
            <a:ext cx="10515600" cy="13064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dirty="0"/>
              <a:t>By the end of this lesson, we should be capable to help Nelle in her task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418E2-BC69-2862-8415-6AE93B23A76B}"/>
              </a:ext>
            </a:extLst>
          </p:cNvPr>
          <p:cNvSpPr txBox="1"/>
          <p:nvPr/>
        </p:nvSpPr>
        <p:spPr>
          <a:xfrm>
            <a:off x="8720852" y="2217589"/>
            <a:ext cx="3017765" cy="30113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+mj-lt"/>
              </a:rPr>
              <a:t> navigating directories and files,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+mj-lt"/>
              </a:rPr>
              <a:t>creating and organizing data,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+mj-lt"/>
              </a:rPr>
              <a:t>chaining commands together,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+mj-lt"/>
              </a:rPr>
              <a:t>automating repetitive tasks with loops and scripts,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+mj-lt"/>
              </a:rPr>
              <a:t>and searching efficiently through files.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0B188F6-5D1F-93D3-3A2D-70B2EED1DFA5}"/>
              </a:ext>
            </a:extLst>
          </p:cNvPr>
          <p:cNvGrpSpPr/>
          <p:nvPr/>
        </p:nvGrpSpPr>
        <p:grpSpPr>
          <a:xfrm>
            <a:off x="159200" y="1590222"/>
            <a:ext cx="7594990" cy="4645127"/>
            <a:chOff x="4131407" y="2084746"/>
            <a:chExt cx="7594990" cy="4645127"/>
          </a:xfrm>
        </p:grpSpPr>
        <p:pic>
          <p:nvPicPr>
            <p:cNvPr id="9" name="Picture 8" descr="Casual woman hand on hip">
              <a:extLst>
                <a:ext uri="{FF2B5EF4-FFF2-40B4-BE49-F238E27FC236}">
                  <a16:creationId xmlns:a16="http://schemas.microsoft.com/office/drawing/2014/main" id="{9357059B-5C5B-370E-621A-4641D4279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05073" y="2790564"/>
              <a:ext cx="1539303" cy="393930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CEA4E1-62C6-A11E-79BE-500173CAE40D}"/>
                </a:ext>
              </a:extLst>
            </p:cNvPr>
            <p:cNvSpPr txBox="1"/>
            <p:nvPr/>
          </p:nvSpPr>
          <p:spPr>
            <a:xfrm>
              <a:off x="4131407" y="2084746"/>
              <a:ext cx="171296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  <a:latin typeface="+mj-lt"/>
                </a:rPr>
                <a:t>Nelle Nemo</a:t>
              </a:r>
            </a:p>
            <a:p>
              <a:pPr algn="ctr"/>
              <a:r>
                <a:rPr lang="en-US" dirty="0">
                  <a:solidFill>
                    <a:schemeClr val="accent1"/>
                  </a:solidFill>
                  <a:latin typeface="+mj-lt"/>
                </a:rPr>
                <a:t>Marine biologist</a:t>
              </a:r>
              <a:endParaRPr lang="nl-NL" dirty="0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C3B33E0-5318-864C-90D0-F890B0D354E5}"/>
                </a:ext>
              </a:extLst>
            </p:cNvPr>
            <p:cNvCxnSpPr/>
            <p:nvPr/>
          </p:nvCxnSpPr>
          <p:spPr>
            <a:xfrm>
              <a:off x="5502193" y="4558145"/>
              <a:ext cx="5922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Picture 11" descr="Pipette putting a sample on a petri dish">
              <a:extLst>
                <a:ext uri="{FF2B5EF4-FFF2-40B4-BE49-F238E27FC236}">
                  <a16:creationId xmlns:a16="http://schemas.microsoft.com/office/drawing/2014/main" id="{4ADE3F2B-5105-7AFA-8081-4F7CE233F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3644" y="4145972"/>
              <a:ext cx="1246910" cy="831273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E95ADD-013A-10AF-DD05-E6B96CCD043D}"/>
                </a:ext>
              </a:extLst>
            </p:cNvPr>
            <p:cNvSpPr txBox="1"/>
            <p:nvPr/>
          </p:nvSpPr>
          <p:spPr>
            <a:xfrm>
              <a:off x="8319921" y="3374161"/>
              <a:ext cx="13003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1520 times!</a:t>
              </a:r>
              <a:endParaRPr lang="nl-NL" b="1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6240DB1-EF40-DA51-0799-4018FD19CA4C}"/>
                </a:ext>
              </a:extLst>
            </p:cNvPr>
            <p:cNvCxnSpPr/>
            <p:nvPr/>
          </p:nvCxnSpPr>
          <p:spPr>
            <a:xfrm>
              <a:off x="7727639" y="4516579"/>
              <a:ext cx="5922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Graphic 23" descr="Document outline">
              <a:extLst>
                <a:ext uri="{FF2B5EF4-FFF2-40B4-BE49-F238E27FC236}">
                  <a16:creationId xmlns:a16="http://schemas.microsoft.com/office/drawing/2014/main" id="{61E6A0E2-9EFC-264D-55CA-6742215C4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19921" y="4059379"/>
              <a:ext cx="914400" cy="914400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23E544B-E6DC-16E9-024C-C35DBAB856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4321" y="4558145"/>
              <a:ext cx="1577676" cy="12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0246CA-C59A-7A0E-ACCD-2DCB36ADCAE1}"/>
                </a:ext>
              </a:extLst>
            </p:cNvPr>
            <p:cNvSpPr txBox="1"/>
            <p:nvPr/>
          </p:nvSpPr>
          <p:spPr>
            <a:xfrm>
              <a:off x="9205824" y="4145972"/>
              <a:ext cx="15776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onsolas" panose="020B0609020204030204" pitchFamily="49" charset="0"/>
                </a:rPr>
                <a:t>goostats.sh</a:t>
              </a:r>
              <a:endParaRPr lang="nl-NL" dirty="0">
                <a:latin typeface="Consolas" panose="020B0609020204030204" pitchFamily="49" charset="0"/>
              </a:endParaRPr>
            </a:p>
          </p:txBody>
        </p:sp>
        <p:pic>
          <p:nvPicPr>
            <p:cNvPr id="30" name="Graphic 29" descr="Document outline">
              <a:extLst>
                <a:ext uri="{FF2B5EF4-FFF2-40B4-BE49-F238E27FC236}">
                  <a16:creationId xmlns:a16="http://schemas.microsoft.com/office/drawing/2014/main" id="{FFAB9362-F31C-036D-F7F5-B67D09081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811997" y="4059379"/>
              <a:ext cx="914400" cy="91440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21B3990-6EFB-F25D-20E9-5C382E336399}"/>
                </a:ext>
              </a:extLst>
            </p:cNvPr>
            <p:cNvSpPr/>
            <p:nvPr/>
          </p:nvSpPr>
          <p:spPr>
            <a:xfrm>
              <a:off x="6244936" y="3948545"/>
              <a:ext cx="5481461" cy="1306438"/>
            </a:xfrm>
            <a:prstGeom prst="rect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10858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7F55EAC-550A-4BDD-9099-3F20B8FA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DC4F5A5F-493F-49AE-89B6-D5AF5EBC8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6724001 w 12192000"/>
              <a:gd name="connsiteY0" fmla="*/ 434021 h 6858000"/>
              <a:gd name="connsiteX1" fmla="*/ 6471155 w 12192000"/>
              <a:gd name="connsiteY1" fmla="*/ 434599 h 6858000"/>
              <a:gd name="connsiteX2" fmla="*/ 5384913 w 12192000"/>
              <a:gd name="connsiteY2" fmla="*/ 497971 h 6858000"/>
              <a:gd name="connsiteX3" fmla="*/ 4818280 w 12192000"/>
              <a:gd name="connsiteY3" fmla="*/ 541802 h 6858000"/>
              <a:gd name="connsiteX4" fmla="*/ 3965428 w 12192000"/>
              <a:gd name="connsiteY4" fmla="*/ 675942 h 6858000"/>
              <a:gd name="connsiteX5" fmla="*/ 3699528 w 12192000"/>
              <a:gd name="connsiteY5" fmla="*/ 770472 h 6858000"/>
              <a:gd name="connsiteX6" fmla="*/ 3438854 w 12192000"/>
              <a:gd name="connsiteY6" fmla="*/ 834899 h 6858000"/>
              <a:gd name="connsiteX7" fmla="*/ 3367443 w 12192000"/>
              <a:gd name="connsiteY7" fmla="*/ 893518 h 6858000"/>
              <a:gd name="connsiteX8" fmla="*/ 3467301 w 12192000"/>
              <a:gd name="connsiteY8" fmla="*/ 953722 h 6858000"/>
              <a:gd name="connsiteX9" fmla="*/ 3889955 w 12192000"/>
              <a:gd name="connsiteY9" fmla="*/ 977486 h 6858000"/>
              <a:gd name="connsiteX10" fmla="*/ 3502135 w 12192000"/>
              <a:gd name="connsiteY10" fmla="*/ 1054062 h 6858000"/>
              <a:gd name="connsiteX11" fmla="*/ 4072832 w 12192000"/>
              <a:gd name="connsiteY11" fmla="*/ 1017622 h 6858000"/>
              <a:gd name="connsiteX12" fmla="*/ 4244099 w 12192000"/>
              <a:gd name="connsiteY12" fmla="*/ 1030825 h 6858000"/>
              <a:gd name="connsiteX13" fmla="*/ 4095475 w 12192000"/>
              <a:gd name="connsiteY13" fmla="*/ 1092084 h 6858000"/>
              <a:gd name="connsiteX14" fmla="*/ 3327386 w 12192000"/>
              <a:gd name="connsiteY14" fmla="*/ 1215660 h 6858000"/>
              <a:gd name="connsiteX15" fmla="*/ 3254813 w 12192000"/>
              <a:gd name="connsiteY15" fmla="*/ 1226749 h 6858000"/>
              <a:gd name="connsiteX16" fmla="*/ 2776427 w 12192000"/>
              <a:gd name="connsiteY16" fmla="*/ 1401552 h 6858000"/>
              <a:gd name="connsiteX17" fmla="*/ 3063226 w 12192000"/>
              <a:gd name="connsiteY17" fmla="*/ 1384124 h 6858000"/>
              <a:gd name="connsiteX18" fmla="*/ 2754945 w 12192000"/>
              <a:gd name="connsiteY18" fmla="*/ 1495025 h 6858000"/>
              <a:gd name="connsiteX19" fmla="*/ 2381061 w 12192000"/>
              <a:gd name="connsiteY19" fmla="*/ 1619658 h 6858000"/>
              <a:gd name="connsiteX20" fmla="*/ 2008336 w 12192000"/>
              <a:gd name="connsiteY20" fmla="*/ 1814527 h 6858000"/>
              <a:gd name="connsiteX21" fmla="*/ 1740695 w 12192000"/>
              <a:gd name="connsiteY21" fmla="*/ 1914337 h 6858000"/>
              <a:gd name="connsiteX22" fmla="*/ 1787720 w 12192000"/>
              <a:gd name="connsiteY22" fmla="*/ 1991970 h 6858000"/>
              <a:gd name="connsiteX23" fmla="*/ 1754048 w 12192000"/>
              <a:gd name="connsiteY23" fmla="*/ 2078049 h 6858000"/>
              <a:gd name="connsiteX24" fmla="*/ 2228951 w 12192000"/>
              <a:gd name="connsiteY24" fmla="*/ 1996721 h 6858000"/>
              <a:gd name="connsiteX25" fmla="*/ 2054781 w 12192000"/>
              <a:gd name="connsiteY25" fmla="*/ 2053228 h 6858000"/>
              <a:gd name="connsiteX26" fmla="*/ 1985693 w 12192000"/>
              <a:gd name="connsiteY26" fmla="*/ 2109207 h 6858000"/>
              <a:gd name="connsiteX27" fmla="*/ 2061168 w 12192000"/>
              <a:gd name="connsiteY27" fmla="*/ 2130859 h 6858000"/>
              <a:gd name="connsiteX28" fmla="*/ 2388026 w 12192000"/>
              <a:gd name="connsiteY28" fmla="*/ 2184726 h 6858000"/>
              <a:gd name="connsiteX29" fmla="*/ 1560719 w 12192000"/>
              <a:gd name="connsiteY29" fmla="*/ 2384876 h 6858000"/>
              <a:gd name="connsiteX30" fmla="*/ 1679734 w 12192000"/>
              <a:gd name="connsiteY30" fmla="*/ 2400191 h 6858000"/>
              <a:gd name="connsiteX31" fmla="*/ 2882089 w 12192000"/>
              <a:gd name="connsiteY31" fmla="*/ 2383292 h 6858000"/>
              <a:gd name="connsiteX32" fmla="*/ 3116638 w 12192000"/>
              <a:gd name="connsiteY32" fmla="*/ 2359528 h 6858000"/>
              <a:gd name="connsiteX33" fmla="*/ 2897765 w 12192000"/>
              <a:gd name="connsiteY33" fmla="*/ 2758243 h 6858000"/>
              <a:gd name="connsiteX34" fmla="*/ 2981367 w 12192000"/>
              <a:gd name="connsiteY34" fmla="*/ 2829008 h 6858000"/>
              <a:gd name="connsiteX35" fmla="*/ 2682955 w 12192000"/>
              <a:gd name="connsiteY35" fmla="*/ 2846436 h 6858000"/>
              <a:gd name="connsiteX36" fmla="*/ 2099485 w 12192000"/>
              <a:gd name="connsiteY36" fmla="*/ 3066653 h 6858000"/>
              <a:gd name="connsiteX37" fmla="*/ 1807460 w 12192000"/>
              <a:gd name="connsiteY37" fmla="*/ 3454808 h 6858000"/>
              <a:gd name="connsiteX38" fmla="*/ 1921251 w 12192000"/>
              <a:gd name="connsiteY38" fmla="*/ 3540889 h 6858000"/>
              <a:gd name="connsiteX39" fmla="*/ 1453313 w 12192000"/>
              <a:gd name="connsiteY39" fmla="*/ 3637002 h 6858000"/>
              <a:gd name="connsiteX40" fmla="*/ 1686122 w 12192000"/>
              <a:gd name="connsiteY40" fmla="*/ 3667634 h 6858000"/>
              <a:gd name="connsiteX41" fmla="*/ 1513692 w 12192000"/>
              <a:gd name="connsiteY41" fmla="*/ 3725196 h 6858000"/>
              <a:gd name="connsiteX42" fmla="*/ 1369711 w 12192000"/>
              <a:gd name="connsiteY42" fmla="*/ 3826063 h 6858000"/>
              <a:gd name="connsiteX43" fmla="*/ 2051298 w 12192000"/>
              <a:gd name="connsiteY43" fmla="*/ 3754242 h 6858000"/>
              <a:gd name="connsiteX44" fmla="*/ 2245207 w 12192000"/>
              <a:gd name="connsiteY44" fmla="*/ 3797018 h 6858000"/>
              <a:gd name="connsiteX45" fmla="*/ 2353192 w 12192000"/>
              <a:gd name="connsiteY45" fmla="*/ 3796489 h 6858000"/>
              <a:gd name="connsiteX46" fmla="*/ 2490207 w 12192000"/>
              <a:gd name="connsiteY46" fmla="*/ 3801242 h 6858000"/>
              <a:gd name="connsiteX47" fmla="*/ 2375835 w 12192000"/>
              <a:gd name="connsiteY47" fmla="*/ 3839794 h 6858000"/>
              <a:gd name="connsiteX48" fmla="*/ 2522138 w 12192000"/>
              <a:gd name="connsiteY48" fmla="*/ 4009841 h 6858000"/>
              <a:gd name="connsiteX49" fmla="*/ 1998466 w 12192000"/>
              <a:gd name="connsiteY49" fmla="*/ 4130778 h 6858000"/>
              <a:gd name="connsiteX50" fmla="*/ 2114580 w 12192000"/>
              <a:gd name="connsiteY50" fmla="*/ 4154543 h 6858000"/>
              <a:gd name="connsiteX51" fmla="*/ 2177862 w 12192000"/>
              <a:gd name="connsiteY51" fmla="*/ 4189925 h 6858000"/>
              <a:gd name="connsiteX52" fmla="*/ 1868419 w 12192000"/>
              <a:gd name="connsiteY52" fmla="*/ 4382153 h 6858000"/>
              <a:gd name="connsiteX53" fmla="*/ 2279460 w 12192000"/>
              <a:gd name="connsiteY53" fmla="*/ 4356805 h 6858000"/>
              <a:gd name="connsiteX54" fmla="*/ 2029817 w 12192000"/>
              <a:gd name="connsiteY54" fmla="*/ 4468235 h 6858000"/>
              <a:gd name="connsiteX55" fmla="*/ 1560137 w 12192000"/>
              <a:gd name="connsiteY55" fmla="*/ 4730172 h 6858000"/>
              <a:gd name="connsiteX56" fmla="*/ 1956664 w 12192000"/>
              <a:gd name="connsiteY56" fmla="*/ 4820477 h 6858000"/>
              <a:gd name="connsiteX57" fmla="*/ 3268168 w 12192000"/>
              <a:gd name="connsiteY57" fmla="*/ 4852692 h 6858000"/>
              <a:gd name="connsiteX58" fmla="*/ 2807197 w 12192000"/>
              <a:gd name="connsiteY58" fmla="*/ 4939300 h 6858000"/>
              <a:gd name="connsiteX59" fmla="*/ 2721272 w 12192000"/>
              <a:gd name="connsiteY59" fmla="*/ 4970458 h 6858000"/>
              <a:gd name="connsiteX60" fmla="*/ 2802552 w 12192000"/>
              <a:gd name="connsiteY60" fmla="*/ 5014291 h 6858000"/>
              <a:gd name="connsiteX61" fmla="*/ 2537812 w 12192000"/>
              <a:gd name="connsiteY61" fmla="*/ 5053898 h 6858000"/>
              <a:gd name="connsiteX62" fmla="*/ 2569744 w 12192000"/>
              <a:gd name="connsiteY62" fmla="*/ 5153182 h 6858000"/>
              <a:gd name="connsiteX63" fmla="*/ 1987436 w 12192000"/>
              <a:gd name="connsiteY63" fmla="*/ 5334320 h 6858000"/>
              <a:gd name="connsiteX64" fmla="*/ 1972921 w 12192000"/>
              <a:gd name="connsiteY64" fmla="*/ 5382376 h 6858000"/>
              <a:gd name="connsiteX65" fmla="*/ 2341001 w 12192000"/>
              <a:gd name="connsiteY65" fmla="*/ 5360725 h 6858000"/>
              <a:gd name="connsiteX66" fmla="*/ 2710822 w 12192000"/>
              <a:gd name="connsiteY66" fmla="*/ 5418816 h 6858000"/>
              <a:gd name="connsiteX67" fmla="*/ 2833903 w 12192000"/>
              <a:gd name="connsiteY67" fmla="*/ 5413007 h 6858000"/>
              <a:gd name="connsiteX68" fmla="*/ 3011556 w 12192000"/>
              <a:gd name="connsiteY68" fmla="*/ 5399276 h 6858000"/>
              <a:gd name="connsiteX69" fmla="*/ 3254233 w 12192000"/>
              <a:gd name="connsiteY69" fmla="*/ 5439412 h 6858000"/>
              <a:gd name="connsiteX70" fmla="*/ 2792101 w 12192000"/>
              <a:gd name="connsiteY70" fmla="*/ 5471625 h 6858000"/>
              <a:gd name="connsiteX71" fmla="*/ 2977303 w 12192000"/>
              <a:gd name="connsiteY71" fmla="*/ 5539751 h 6858000"/>
              <a:gd name="connsiteX72" fmla="*/ 3656566 w 12192000"/>
              <a:gd name="connsiteY72" fmla="*/ 5678642 h 6858000"/>
              <a:gd name="connsiteX73" fmla="*/ 4858340 w 12192000"/>
              <a:gd name="connsiteY73" fmla="*/ 5969625 h 6858000"/>
              <a:gd name="connsiteX74" fmla="*/ 5296668 w 12192000"/>
              <a:gd name="connsiteY74" fmla="*/ 6043559 h 6858000"/>
              <a:gd name="connsiteX75" fmla="*/ 5456323 w 12192000"/>
              <a:gd name="connsiteY75" fmla="*/ 6042502 h 6858000"/>
              <a:gd name="connsiteX76" fmla="*/ 5267058 w 12192000"/>
              <a:gd name="connsiteY76" fmla="*/ 6100066 h 6858000"/>
              <a:gd name="connsiteX77" fmla="*/ 7095266 w 12192000"/>
              <a:gd name="connsiteY77" fmla="*/ 6287541 h 6858000"/>
              <a:gd name="connsiteX78" fmla="*/ 9707235 w 12192000"/>
              <a:gd name="connsiteY78" fmla="*/ 5994446 h 6858000"/>
              <a:gd name="connsiteX79" fmla="*/ 10083442 w 12192000"/>
              <a:gd name="connsiteY79" fmla="*/ 5678642 h 6858000"/>
              <a:gd name="connsiteX80" fmla="*/ 10338892 w 12192000"/>
              <a:gd name="connsiteY80" fmla="*/ 4650957 h 6858000"/>
              <a:gd name="connsiteX81" fmla="*/ 10628013 w 12192000"/>
              <a:gd name="connsiteY81" fmla="*/ 4411198 h 6858000"/>
              <a:gd name="connsiteX82" fmla="*/ 10802766 w 12192000"/>
              <a:gd name="connsiteY82" fmla="*/ 4258050 h 6858000"/>
              <a:gd name="connsiteX83" fmla="*/ 10614662 w 12192000"/>
              <a:gd name="connsiteY83" fmla="*/ 4150318 h 6858000"/>
              <a:gd name="connsiteX84" fmla="*/ 10681427 w 12192000"/>
              <a:gd name="connsiteY84" fmla="*/ 4054203 h 6858000"/>
              <a:gd name="connsiteX85" fmla="*/ 10520029 w 12192000"/>
              <a:gd name="connsiteY85" fmla="*/ 3804411 h 6858000"/>
              <a:gd name="connsiteX86" fmla="*/ 10568798 w 12192000"/>
              <a:gd name="connsiteY86" fmla="*/ 3466426 h 6858000"/>
              <a:gd name="connsiteX87" fmla="*/ 10499709 w 12192000"/>
              <a:gd name="connsiteY87" fmla="*/ 3166465 h 6858000"/>
              <a:gd name="connsiteX88" fmla="*/ 10489840 w 12192000"/>
              <a:gd name="connsiteY88" fmla="*/ 2546475 h 6858000"/>
              <a:gd name="connsiteX89" fmla="*/ 10584471 w 12192000"/>
              <a:gd name="connsiteY89" fmla="*/ 2512148 h 6858000"/>
              <a:gd name="connsiteX90" fmla="*/ 10695942 w 12192000"/>
              <a:gd name="connsiteY90" fmla="*/ 2358471 h 6858000"/>
              <a:gd name="connsiteX91" fmla="*/ 10732516 w 12192000"/>
              <a:gd name="connsiteY91" fmla="*/ 2287706 h 6858000"/>
              <a:gd name="connsiteX92" fmla="*/ 10731357 w 12192000"/>
              <a:gd name="connsiteY92" fmla="*/ 2137725 h 6858000"/>
              <a:gd name="connsiteX93" fmla="*/ 10678525 w 12192000"/>
              <a:gd name="connsiteY93" fmla="*/ 2070656 h 6858000"/>
              <a:gd name="connsiteX94" fmla="*/ 10735999 w 12192000"/>
              <a:gd name="connsiteY94" fmla="*/ 1956587 h 6858000"/>
              <a:gd name="connsiteX95" fmla="*/ 10824246 w 12192000"/>
              <a:gd name="connsiteY95" fmla="*/ 1862584 h 6858000"/>
              <a:gd name="connsiteX96" fmla="*/ 10773156 w 12192000"/>
              <a:gd name="connsiteY96" fmla="*/ 1768054 h 6858000"/>
              <a:gd name="connsiteX97" fmla="*/ 10716261 w 12192000"/>
              <a:gd name="connsiteY97" fmla="*/ 1678278 h 6858000"/>
              <a:gd name="connsiteX98" fmla="*/ 10554864 w 12192000"/>
              <a:gd name="connsiteY98" fmla="*/ 1477599 h 6858000"/>
              <a:gd name="connsiteX99" fmla="*/ 10267483 w 12192000"/>
              <a:gd name="connsiteY99" fmla="*/ 1324977 h 6858000"/>
              <a:gd name="connsiteX100" fmla="*/ 9913337 w 12192000"/>
              <a:gd name="connsiteY100" fmla="*/ 1202458 h 6858000"/>
              <a:gd name="connsiteX101" fmla="*/ 10024805 w 12192000"/>
              <a:gd name="connsiteY101" fmla="*/ 1124827 h 6858000"/>
              <a:gd name="connsiteX102" fmla="*/ 9411726 w 12192000"/>
              <a:gd name="connsiteY102" fmla="*/ 980655 h 6858000"/>
              <a:gd name="connsiteX103" fmla="*/ 9930753 w 12192000"/>
              <a:gd name="connsiteY103" fmla="*/ 901968 h 6858000"/>
              <a:gd name="connsiteX104" fmla="*/ 9894178 w 12192000"/>
              <a:gd name="connsiteY104" fmla="*/ 871339 h 6858000"/>
              <a:gd name="connsiteX105" fmla="*/ 9858182 w 12192000"/>
              <a:gd name="connsiteY105" fmla="*/ 839125 h 6858000"/>
              <a:gd name="connsiteX106" fmla="*/ 10131050 w 12192000"/>
              <a:gd name="connsiteY106" fmla="*/ 792652 h 6858000"/>
              <a:gd name="connsiteX107" fmla="*/ 10006808 w 12192000"/>
              <a:gd name="connsiteY107" fmla="*/ 731920 h 6858000"/>
              <a:gd name="connsiteX108" fmla="*/ 10233809 w 12192000"/>
              <a:gd name="connsiteY108" fmla="*/ 710268 h 6858000"/>
              <a:gd name="connsiteX109" fmla="*/ 10267483 w 12192000"/>
              <a:gd name="connsiteY109" fmla="*/ 628940 h 6858000"/>
              <a:gd name="connsiteX110" fmla="*/ 10136275 w 12192000"/>
              <a:gd name="connsiteY110" fmla="*/ 589333 h 6858000"/>
              <a:gd name="connsiteX111" fmla="*/ 9131312 w 12192000"/>
              <a:gd name="connsiteY111" fmla="*/ 480544 h 6858000"/>
              <a:gd name="connsiteX112" fmla="*/ 7479600 w 12192000"/>
              <a:gd name="connsiteY112" fmla="*/ 454667 h 6858000"/>
              <a:gd name="connsiteX113" fmla="*/ 6724001 w 12192000"/>
              <a:gd name="connsiteY113" fmla="*/ 434021 h 6858000"/>
              <a:gd name="connsiteX114" fmla="*/ 0 w 12192000"/>
              <a:gd name="connsiteY114" fmla="*/ 0 h 6858000"/>
              <a:gd name="connsiteX115" fmla="*/ 12192000 w 12192000"/>
              <a:gd name="connsiteY115" fmla="*/ 0 h 6858000"/>
              <a:gd name="connsiteX116" fmla="*/ 12192000 w 12192000"/>
              <a:gd name="connsiteY116" fmla="*/ 6858000 h 6858000"/>
              <a:gd name="connsiteX117" fmla="*/ 0 w 12192000"/>
              <a:gd name="connsiteY1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2192000" h="6858000">
                <a:moveTo>
                  <a:pt x="6724001" y="434021"/>
                </a:moveTo>
                <a:cubicBezTo>
                  <a:pt x="6639882" y="433113"/>
                  <a:pt x="6555627" y="433147"/>
                  <a:pt x="6471155" y="434599"/>
                </a:cubicBezTo>
                <a:cubicBezTo>
                  <a:pt x="6109461" y="440937"/>
                  <a:pt x="5748349" y="439351"/>
                  <a:pt x="5384913" y="497971"/>
                </a:cubicBezTo>
                <a:cubicBezTo>
                  <a:pt x="5199132" y="528072"/>
                  <a:pt x="5005803" y="518038"/>
                  <a:pt x="4818280" y="541802"/>
                </a:cubicBezTo>
                <a:cubicBezTo>
                  <a:pt x="4532641" y="578242"/>
                  <a:pt x="4247003" y="621019"/>
                  <a:pt x="3965428" y="675942"/>
                </a:cubicBezTo>
                <a:cubicBezTo>
                  <a:pt x="3877181" y="693369"/>
                  <a:pt x="3768034" y="703930"/>
                  <a:pt x="3699528" y="770472"/>
                </a:cubicBezTo>
                <a:cubicBezTo>
                  <a:pt x="3590961" y="728224"/>
                  <a:pt x="3523617" y="807966"/>
                  <a:pt x="3438854" y="834899"/>
                </a:cubicBezTo>
                <a:cubicBezTo>
                  <a:pt x="3405761" y="845462"/>
                  <a:pt x="3362218" y="860248"/>
                  <a:pt x="3367443" y="893518"/>
                </a:cubicBezTo>
                <a:cubicBezTo>
                  <a:pt x="3372089" y="935238"/>
                  <a:pt x="3420855" y="962172"/>
                  <a:pt x="3467301" y="953722"/>
                </a:cubicBezTo>
                <a:cubicBezTo>
                  <a:pt x="3611863" y="927317"/>
                  <a:pt x="3741328" y="986464"/>
                  <a:pt x="3889955" y="977486"/>
                </a:cubicBezTo>
                <a:cubicBezTo>
                  <a:pt x="3760488" y="1002836"/>
                  <a:pt x="3631601" y="1028713"/>
                  <a:pt x="3502135" y="1054062"/>
                </a:cubicBezTo>
                <a:cubicBezTo>
                  <a:pt x="3694303" y="1074129"/>
                  <a:pt x="3883568" y="1038218"/>
                  <a:pt x="4072832" y="1017622"/>
                </a:cubicBezTo>
                <a:cubicBezTo>
                  <a:pt x="4133792" y="1011285"/>
                  <a:pt x="4228424" y="962699"/>
                  <a:pt x="4244099" y="1030825"/>
                </a:cubicBezTo>
                <a:cubicBezTo>
                  <a:pt x="4254550" y="1076242"/>
                  <a:pt x="4152951" y="1079410"/>
                  <a:pt x="4095475" y="1092084"/>
                </a:cubicBezTo>
                <a:cubicBezTo>
                  <a:pt x="3841766" y="1146479"/>
                  <a:pt x="3583994" y="1178165"/>
                  <a:pt x="3327386" y="1215660"/>
                </a:cubicBezTo>
                <a:cubicBezTo>
                  <a:pt x="3303001" y="1219357"/>
                  <a:pt x="3271070" y="1216188"/>
                  <a:pt x="3254813" y="1226749"/>
                </a:cubicBezTo>
                <a:cubicBezTo>
                  <a:pt x="3123605" y="1311774"/>
                  <a:pt x="2957563" y="1339765"/>
                  <a:pt x="2776427" y="1401552"/>
                </a:cubicBezTo>
                <a:cubicBezTo>
                  <a:pt x="2890798" y="1430598"/>
                  <a:pt x="2968012" y="1370921"/>
                  <a:pt x="3063226" y="1384124"/>
                </a:cubicBezTo>
                <a:cubicBezTo>
                  <a:pt x="2966272" y="1448024"/>
                  <a:pt x="2853641" y="1460171"/>
                  <a:pt x="2754945" y="1495025"/>
                </a:cubicBezTo>
                <a:cubicBezTo>
                  <a:pt x="2684117" y="1519846"/>
                  <a:pt x="2421119" y="1597477"/>
                  <a:pt x="2381061" y="1619658"/>
                </a:cubicBezTo>
                <a:cubicBezTo>
                  <a:pt x="2260302" y="1688311"/>
                  <a:pt x="2107033" y="1720525"/>
                  <a:pt x="2008336" y="1814527"/>
                </a:cubicBezTo>
                <a:cubicBezTo>
                  <a:pt x="1938668" y="1880540"/>
                  <a:pt x="1822554" y="1868393"/>
                  <a:pt x="1740695" y="1914337"/>
                </a:cubicBezTo>
                <a:cubicBezTo>
                  <a:pt x="1711667" y="1957642"/>
                  <a:pt x="1767982" y="1968733"/>
                  <a:pt x="1787720" y="1991970"/>
                </a:cubicBezTo>
                <a:cubicBezTo>
                  <a:pt x="1813846" y="2023126"/>
                  <a:pt x="1767401" y="2040555"/>
                  <a:pt x="1754048" y="2078049"/>
                </a:cubicBezTo>
                <a:cubicBezTo>
                  <a:pt x="1907898" y="2035802"/>
                  <a:pt x="2054781" y="2010981"/>
                  <a:pt x="2228951" y="1996721"/>
                </a:cubicBezTo>
                <a:cubicBezTo>
                  <a:pt x="2171475" y="2057452"/>
                  <a:pt x="2101807" y="2031048"/>
                  <a:pt x="2054781" y="2053228"/>
                </a:cubicBezTo>
                <a:cubicBezTo>
                  <a:pt x="2024011" y="2067487"/>
                  <a:pt x="1976984" y="2073824"/>
                  <a:pt x="1985693" y="2109207"/>
                </a:cubicBezTo>
                <a:cubicBezTo>
                  <a:pt x="1992660" y="2137196"/>
                  <a:pt x="2032140" y="2133500"/>
                  <a:pt x="2061168" y="2130859"/>
                </a:cubicBezTo>
                <a:cubicBezTo>
                  <a:pt x="2172636" y="2120825"/>
                  <a:pt x="2281202" y="2117656"/>
                  <a:pt x="2388026" y="2184726"/>
                </a:cubicBezTo>
                <a:cubicBezTo>
                  <a:pt x="2116321" y="2282425"/>
                  <a:pt x="1803977" y="2241233"/>
                  <a:pt x="1560719" y="2384876"/>
                </a:cubicBezTo>
                <a:cubicBezTo>
                  <a:pt x="1594973" y="2429237"/>
                  <a:pt x="1643739" y="2405472"/>
                  <a:pt x="1679734" y="2400191"/>
                </a:cubicBezTo>
                <a:cubicBezTo>
                  <a:pt x="1916026" y="2364279"/>
                  <a:pt x="2760170" y="2428180"/>
                  <a:pt x="2882089" y="2383292"/>
                </a:cubicBezTo>
                <a:cubicBezTo>
                  <a:pt x="2956983" y="2355830"/>
                  <a:pt x="3035941" y="2342628"/>
                  <a:pt x="3116638" y="2359528"/>
                </a:cubicBezTo>
                <a:cubicBezTo>
                  <a:pt x="3194434" y="2375898"/>
                  <a:pt x="3174696" y="2605622"/>
                  <a:pt x="2897765" y="2758243"/>
                </a:cubicBezTo>
                <a:cubicBezTo>
                  <a:pt x="2858286" y="2779895"/>
                  <a:pt x="3034779" y="2811053"/>
                  <a:pt x="2981367" y="2829008"/>
                </a:cubicBezTo>
                <a:cubicBezTo>
                  <a:pt x="2939566" y="2843267"/>
                  <a:pt x="2734626" y="2835346"/>
                  <a:pt x="2682955" y="2846436"/>
                </a:cubicBezTo>
                <a:cubicBezTo>
                  <a:pt x="2662635" y="2851188"/>
                  <a:pt x="2040267" y="3029159"/>
                  <a:pt x="2099485" y="3066653"/>
                </a:cubicBezTo>
                <a:cubicBezTo>
                  <a:pt x="2276558" y="3179139"/>
                  <a:pt x="2869897" y="3385098"/>
                  <a:pt x="1807460" y="3454808"/>
                </a:cubicBezTo>
                <a:cubicBezTo>
                  <a:pt x="1841132" y="3495472"/>
                  <a:pt x="1934024" y="3469596"/>
                  <a:pt x="1921251" y="3540889"/>
                </a:cubicBezTo>
                <a:cubicBezTo>
                  <a:pt x="1780173" y="3579440"/>
                  <a:pt x="1617035" y="3577328"/>
                  <a:pt x="1453313" y="3637002"/>
                </a:cubicBezTo>
                <a:cubicBezTo>
                  <a:pt x="1527047" y="3680307"/>
                  <a:pt x="1611808" y="3653902"/>
                  <a:pt x="1686122" y="3667634"/>
                </a:cubicBezTo>
                <a:cubicBezTo>
                  <a:pt x="1644320" y="3722027"/>
                  <a:pt x="1572330" y="3713578"/>
                  <a:pt x="1513692" y="3725196"/>
                </a:cubicBezTo>
                <a:cubicBezTo>
                  <a:pt x="1459700" y="3736286"/>
                  <a:pt x="1345329" y="3830816"/>
                  <a:pt x="1369711" y="3826063"/>
                </a:cubicBezTo>
                <a:cubicBezTo>
                  <a:pt x="1595553" y="3783815"/>
                  <a:pt x="1824877" y="3795434"/>
                  <a:pt x="2051298" y="3754242"/>
                </a:cubicBezTo>
                <a:cubicBezTo>
                  <a:pt x="2126192" y="3740511"/>
                  <a:pt x="2210955" y="3714106"/>
                  <a:pt x="2245207" y="3797018"/>
                </a:cubicBezTo>
                <a:cubicBezTo>
                  <a:pt x="2255659" y="3821310"/>
                  <a:pt x="2248109" y="3829232"/>
                  <a:pt x="2353192" y="3796489"/>
                </a:cubicBezTo>
                <a:cubicBezTo>
                  <a:pt x="2394414" y="3783815"/>
                  <a:pt x="2448988" y="3770085"/>
                  <a:pt x="2490207" y="3801242"/>
                </a:cubicBezTo>
                <a:cubicBezTo>
                  <a:pt x="2464082" y="3840321"/>
                  <a:pt x="2413572" y="3828703"/>
                  <a:pt x="2375835" y="3839794"/>
                </a:cubicBezTo>
                <a:cubicBezTo>
                  <a:pt x="2275978" y="3868311"/>
                  <a:pt x="2619094" y="3977100"/>
                  <a:pt x="2522138" y="4009841"/>
                </a:cubicBezTo>
                <a:cubicBezTo>
                  <a:pt x="2323584" y="4076912"/>
                  <a:pt x="2199343" y="4057372"/>
                  <a:pt x="1998466" y="4130778"/>
                </a:cubicBezTo>
                <a:cubicBezTo>
                  <a:pt x="2066973" y="4129192"/>
                  <a:pt x="2046072" y="4154543"/>
                  <a:pt x="2114580" y="4154543"/>
                </a:cubicBezTo>
                <a:cubicBezTo>
                  <a:pt x="2145350" y="4154543"/>
                  <a:pt x="2177862" y="4160878"/>
                  <a:pt x="2177862" y="4189925"/>
                </a:cubicBezTo>
                <a:cubicBezTo>
                  <a:pt x="2177862" y="4217385"/>
                  <a:pt x="1817330" y="4367895"/>
                  <a:pt x="1868419" y="4382153"/>
                </a:cubicBezTo>
                <a:cubicBezTo>
                  <a:pt x="2007755" y="4420704"/>
                  <a:pt x="2365385" y="4302410"/>
                  <a:pt x="2279460" y="4356805"/>
                </a:cubicBezTo>
                <a:cubicBezTo>
                  <a:pt x="2148834" y="4439716"/>
                  <a:pt x="2129094" y="4456088"/>
                  <a:pt x="2029817" y="4468235"/>
                </a:cubicBezTo>
                <a:cubicBezTo>
                  <a:pt x="1944474" y="4478796"/>
                  <a:pt x="1644320" y="4710633"/>
                  <a:pt x="1560137" y="4730172"/>
                </a:cubicBezTo>
                <a:cubicBezTo>
                  <a:pt x="1485825" y="4747072"/>
                  <a:pt x="1774947" y="4800410"/>
                  <a:pt x="1956664" y="4820477"/>
                </a:cubicBezTo>
                <a:cubicBezTo>
                  <a:pt x="2130256" y="4840017"/>
                  <a:pt x="3101544" y="4789319"/>
                  <a:pt x="3268168" y="4852692"/>
                </a:cubicBezTo>
                <a:cubicBezTo>
                  <a:pt x="3111993" y="4878041"/>
                  <a:pt x="2970336" y="4953030"/>
                  <a:pt x="2807197" y="4939300"/>
                </a:cubicBezTo>
                <a:cubicBezTo>
                  <a:pt x="2773524" y="4936660"/>
                  <a:pt x="2724756" y="4930323"/>
                  <a:pt x="2721272" y="4970458"/>
                </a:cubicBezTo>
                <a:cubicBezTo>
                  <a:pt x="2718369" y="5005313"/>
                  <a:pt x="2788038" y="4981548"/>
                  <a:pt x="2802552" y="5014291"/>
                </a:cubicBezTo>
                <a:cubicBezTo>
                  <a:pt x="2719531" y="5060235"/>
                  <a:pt x="2621415" y="5018515"/>
                  <a:pt x="2537812" y="5053898"/>
                </a:cubicBezTo>
                <a:cubicBezTo>
                  <a:pt x="2491948" y="5099314"/>
                  <a:pt x="2589483" y="5107236"/>
                  <a:pt x="2569744" y="5153182"/>
                </a:cubicBezTo>
                <a:cubicBezTo>
                  <a:pt x="2301522" y="5193845"/>
                  <a:pt x="2252174" y="5268836"/>
                  <a:pt x="1987436" y="5334320"/>
                </a:cubicBezTo>
                <a:cubicBezTo>
                  <a:pt x="1971179" y="5338545"/>
                  <a:pt x="1958407" y="5352274"/>
                  <a:pt x="1972921" y="5382376"/>
                </a:cubicBezTo>
                <a:cubicBezTo>
                  <a:pt x="2087874" y="5396107"/>
                  <a:pt x="2215599" y="5373399"/>
                  <a:pt x="2341001" y="5360725"/>
                </a:cubicBezTo>
                <a:cubicBezTo>
                  <a:pt x="2537812" y="5340129"/>
                  <a:pt x="2533748" y="5339072"/>
                  <a:pt x="2710822" y="5418816"/>
                </a:cubicBezTo>
                <a:cubicBezTo>
                  <a:pt x="2743914" y="5433602"/>
                  <a:pt x="2801390" y="5438355"/>
                  <a:pt x="2833903" y="5413007"/>
                </a:cubicBezTo>
                <a:cubicBezTo>
                  <a:pt x="2896604" y="5364422"/>
                  <a:pt x="2950016" y="5368646"/>
                  <a:pt x="3011556" y="5399276"/>
                </a:cubicBezTo>
                <a:cubicBezTo>
                  <a:pt x="3077160" y="5432547"/>
                  <a:pt x="3171793" y="5391882"/>
                  <a:pt x="3254233" y="5439412"/>
                </a:cubicBezTo>
                <a:cubicBezTo>
                  <a:pt x="3099802" y="5473739"/>
                  <a:pt x="2957563" y="5473739"/>
                  <a:pt x="2792101" y="5471625"/>
                </a:cubicBezTo>
                <a:cubicBezTo>
                  <a:pt x="2846095" y="5537639"/>
                  <a:pt x="2914601" y="5536582"/>
                  <a:pt x="2977303" y="5539751"/>
                </a:cubicBezTo>
                <a:cubicBezTo>
                  <a:pt x="3214174" y="5551898"/>
                  <a:pt x="3601411" y="5660686"/>
                  <a:pt x="3656566" y="5678642"/>
                </a:cubicBezTo>
                <a:cubicBezTo>
                  <a:pt x="4280675" y="5879847"/>
                  <a:pt x="4178497" y="5898332"/>
                  <a:pt x="4858340" y="5969625"/>
                </a:cubicBezTo>
                <a:cubicBezTo>
                  <a:pt x="5261253" y="6011873"/>
                  <a:pt x="4887368" y="6032469"/>
                  <a:pt x="5296668" y="6043559"/>
                </a:cubicBezTo>
                <a:cubicBezTo>
                  <a:pt x="5349500" y="6045143"/>
                  <a:pt x="5402911" y="6044087"/>
                  <a:pt x="5456323" y="6042502"/>
                </a:cubicBezTo>
                <a:cubicBezTo>
                  <a:pt x="5368077" y="6073134"/>
                  <a:pt x="5267058" y="6100066"/>
                  <a:pt x="5267058" y="6100066"/>
                </a:cubicBezTo>
                <a:cubicBezTo>
                  <a:pt x="5267058" y="6100066"/>
                  <a:pt x="5318728" y="6208854"/>
                  <a:pt x="7095266" y="6287541"/>
                </a:cubicBezTo>
                <a:cubicBezTo>
                  <a:pt x="7422124" y="6302329"/>
                  <a:pt x="9563254" y="6024548"/>
                  <a:pt x="9707235" y="5994446"/>
                </a:cubicBezTo>
                <a:cubicBezTo>
                  <a:pt x="9844249" y="5966984"/>
                  <a:pt x="10002164" y="5671247"/>
                  <a:pt x="10083442" y="5678642"/>
                </a:cubicBezTo>
                <a:cubicBezTo>
                  <a:pt x="10103183" y="5653293"/>
                  <a:pt x="10283158" y="5139979"/>
                  <a:pt x="10338892" y="4650957"/>
                </a:cubicBezTo>
                <a:cubicBezTo>
                  <a:pt x="10448618" y="4580718"/>
                  <a:pt x="10551960" y="4503088"/>
                  <a:pt x="10628013" y="4411198"/>
                </a:cubicBezTo>
                <a:cubicBezTo>
                  <a:pt x="10675040" y="4354692"/>
                  <a:pt x="10718003" y="4298185"/>
                  <a:pt x="10802766" y="4258050"/>
                </a:cubicBezTo>
                <a:cubicBezTo>
                  <a:pt x="10755739" y="4203128"/>
                  <a:pt x="10675040" y="4190453"/>
                  <a:pt x="10614662" y="4150318"/>
                </a:cubicBezTo>
                <a:cubicBezTo>
                  <a:pt x="10610017" y="4117046"/>
                  <a:pt x="10705811" y="4127081"/>
                  <a:pt x="10681427" y="4054203"/>
                </a:cubicBezTo>
                <a:cubicBezTo>
                  <a:pt x="10648335" y="3957032"/>
                  <a:pt x="10684328" y="3846131"/>
                  <a:pt x="10520029" y="3804411"/>
                </a:cubicBezTo>
                <a:cubicBezTo>
                  <a:pt x="10476485" y="3709881"/>
                  <a:pt x="10464294" y="3558845"/>
                  <a:pt x="10568798" y="3466426"/>
                </a:cubicBezTo>
                <a:cubicBezTo>
                  <a:pt x="10724388" y="3328592"/>
                  <a:pt x="10699424" y="3240927"/>
                  <a:pt x="10499709" y="3166465"/>
                </a:cubicBezTo>
                <a:cubicBezTo>
                  <a:pt x="10474164" y="3156958"/>
                  <a:pt x="10501452" y="2570768"/>
                  <a:pt x="10489840" y="2546475"/>
                </a:cubicBezTo>
                <a:cubicBezTo>
                  <a:pt x="10508418" y="2513205"/>
                  <a:pt x="10551960" y="2521126"/>
                  <a:pt x="10584471" y="2512148"/>
                </a:cubicBezTo>
                <a:cubicBezTo>
                  <a:pt x="10726711" y="2474125"/>
                  <a:pt x="10731357" y="2474125"/>
                  <a:pt x="10695942" y="2358471"/>
                </a:cubicBezTo>
                <a:cubicBezTo>
                  <a:pt x="10685490" y="2323616"/>
                  <a:pt x="10709874" y="2309357"/>
                  <a:pt x="10732516" y="2287706"/>
                </a:cubicBezTo>
                <a:cubicBezTo>
                  <a:pt x="10817280" y="2206905"/>
                  <a:pt x="10817860" y="2205850"/>
                  <a:pt x="10731357" y="2137725"/>
                </a:cubicBezTo>
                <a:cubicBezTo>
                  <a:pt x="10706391" y="2118185"/>
                  <a:pt x="10689555" y="2097061"/>
                  <a:pt x="10678525" y="2070656"/>
                </a:cubicBezTo>
                <a:cubicBezTo>
                  <a:pt x="10658203" y="2022599"/>
                  <a:pt x="10658784" y="1982463"/>
                  <a:pt x="10735999" y="1956587"/>
                </a:cubicBezTo>
                <a:cubicBezTo>
                  <a:pt x="10789993" y="1938104"/>
                  <a:pt x="10820762" y="1916978"/>
                  <a:pt x="10824246" y="1862584"/>
                </a:cubicBezTo>
                <a:cubicBezTo>
                  <a:pt x="10826570" y="1817166"/>
                  <a:pt x="10832955" y="1787594"/>
                  <a:pt x="10773156" y="1768054"/>
                </a:cubicBezTo>
                <a:cubicBezTo>
                  <a:pt x="10724969" y="1752211"/>
                  <a:pt x="10711036" y="1718412"/>
                  <a:pt x="10716261" y="1678278"/>
                </a:cubicBezTo>
                <a:cubicBezTo>
                  <a:pt x="10728452" y="1580050"/>
                  <a:pt x="10662849" y="1522487"/>
                  <a:pt x="10554864" y="1477599"/>
                </a:cubicBezTo>
                <a:cubicBezTo>
                  <a:pt x="10452101" y="1434822"/>
                  <a:pt x="10362116" y="1377259"/>
                  <a:pt x="10267483" y="1324977"/>
                </a:cubicBezTo>
                <a:cubicBezTo>
                  <a:pt x="10162399" y="1266887"/>
                  <a:pt x="10040481" y="1232031"/>
                  <a:pt x="9913337" y="1202458"/>
                </a:cubicBezTo>
                <a:cubicBezTo>
                  <a:pt x="9936561" y="1160210"/>
                  <a:pt x="10016678" y="1183974"/>
                  <a:pt x="10024805" y="1124827"/>
                </a:cubicBezTo>
                <a:cubicBezTo>
                  <a:pt x="9826251" y="1074658"/>
                  <a:pt x="9636408" y="999139"/>
                  <a:pt x="9411726" y="980655"/>
                </a:cubicBezTo>
                <a:cubicBezTo>
                  <a:pt x="9593444" y="990161"/>
                  <a:pt x="9758326" y="922036"/>
                  <a:pt x="9930753" y="901968"/>
                </a:cubicBezTo>
                <a:cubicBezTo>
                  <a:pt x="9947008" y="868698"/>
                  <a:pt x="9909273" y="877147"/>
                  <a:pt x="9894178" y="871339"/>
                </a:cubicBezTo>
                <a:cubicBezTo>
                  <a:pt x="9879083" y="865001"/>
                  <a:pt x="9860506" y="862889"/>
                  <a:pt x="9858182" y="839125"/>
                </a:cubicBezTo>
                <a:cubicBezTo>
                  <a:pt x="9941205" y="804798"/>
                  <a:pt x="10045126" y="827506"/>
                  <a:pt x="10131050" y="792652"/>
                </a:cubicBezTo>
                <a:cubicBezTo>
                  <a:pt x="10111891" y="741954"/>
                  <a:pt x="10037578" y="772583"/>
                  <a:pt x="10006808" y="731920"/>
                </a:cubicBezTo>
                <a:cubicBezTo>
                  <a:pt x="10086927" y="724526"/>
                  <a:pt x="10161239" y="721357"/>
                  <a:pt x="10233809" y="710268"/>
                </a:cubicBezTo>
                <a:cubicBezTo>
                  <a:pt x="10290705" y="701818"/>
                  <a:pt x="10306380" y="658513"/>
                  <a:pt x="10267483" y="628940"/>
                </a:cubicBezTo>
                <a:cubicBezTo>
                  <a:pt x="10232648" y="602536"/>
                  <a:pt x="10181559" y="600422"/>
                  <a:pt x="10136275" y="589333"/>
                </a:cubicBezTo>
                <a:cubicBezTo>
                  <a:pt x="9813479" y="512230"/>
                  <a:pt x="9474428" y="487409"/>
                  <a:pt x="9131312" y="480544"/>
                </a:cubicBezTo>
                <a:cubicBezTo>
                  <a:pt x="8580936" y="469453"/>
                  <a:pt x="8028817" y="469982"/>
                  <a:pt x="7479600" y="454667"/>
                </a:cubicBezTo>
                <a:cubicBezTo>
                  <a:pt x="7227489" y="447934"/>
                  <a:pt x="6976357" y="436744"/>
                  <a:pt x="6724001" y="43402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Let's start the lesson icebreaker: English ESL powerpoints">
            <a:extLst>
              <a:ext uri="{FF2B5EF4-FFF2-40B4-BE49-F238E27FC236}">
                <a16:creationId xmlns:a16="http://schemas.microsoft.com/office/drawing/2014/main" id="{B1CEC6AD-EB21-C12D-B39B-39AB977B9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52972" y="1289713"/>
            <a:ext cx="5755131" cy="4073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2578-8D2B-2542-D24F-49D8CFED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Home directory :/c/Users/</a:t>
            </a:r>
            <a:r>
              <a:rPr lang="en-GB" dirty="0" err="1"/>
              <a:t>maxplanck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462D2-051B-1E67-859D-2FE55E3A7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356" y="2031772"/>
            <a:ext cx="3475892" cy="1854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2B9E51-F78F-51D7-CE43-F2FD228DD46A}"/>
              </a:ext>
            </a:extLst>
          </p:cNvPr>
          <p:cNvSpPr txBox="1"/>
          <p:nvPr/>
        </p:nvSpPr>
        <p:spPr>
          <a:xfrm>
            <a:off x="703383" y="4632290"/>
            <a:ext cx="81868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Notice that there are two meanings for the </a:t>
            </a:r>
            <a:r>
              <a:rPr lang="en-US" dirty="0"/>
              <a:t>/</a:t>
            </a:r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 character. </a:t>
            </a:r>
          </a:p>
          <a:p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When it appears at the front of a file or directory name, it refers to the root directory.</a:t>
            </a:r>
          </a:p>
          <a:p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 When it appears </a:t>
            </a:r>
            <a:r>
              <a:rPr lang="en-US" b="0" i="1" dirty="0">
                <a:solidFill>
                  <a:srgbClr val="383838"/>
                </a:solidFill>
                <a:effectLst/>
                <a:latin typeface="Mulish"/>
              </a:rPr>
              <a:t>inside</a:t>
            </a:r>
            <a:r>
              <a:rPr lang="en-US" b="0" i="0" dirty="0">
                <a:solidFill>
                  <a:srgbClr val="383838"/>
                </a:solidFill>
                <a:effectLst/>
                <a:latin typeface="Mulish"/>
              </a:rPr>
              <a:t> a path, it’s just a separator.</a:t>
            </a:r>
          </a:p>
          <a:p>
            <a:endParaRPr lang="en-US" dirty="0">
              <a:solidFill>
                <a:srgbClr val="383838"/>
              </a:solidFill>
              <a:latin typeface="Mulish"/>
            </a:endParaRPr>
          </a:p>
          <a:p>
            <a:r>
              <a:rPr lang="en-US" dirty="0">
                <a:solidFill>
                  <a:srgbClr val="FF0000"/>
                </a:solidFill>
                <a:latin typeface="Mulish"/>
              </a:rPr>
              <a:t>/</a:t>
            </a:r>
            <a:r>
              <a:rPr lang="en-US" dirty="0">
                <a:solidFill>
                  <a:srgbClr val="383838"/>
                </a:solidFill>
                <a:latin typeface="Mulish"/>
              </a:rPr>
              <a:t>C/Users/</a:t>
            </a:r>
            <a:r>
              <a:rPr lang="en-US" dirty="0" err="1">
                <a:solidFill>
                  <a:srgbClr val="383838"/>
                </a:solidFill>
                <a:latin typeface="Mulish"/>
              </a:rPr>
              <a:t>maxplanck</a:t>
            </a:r>
            <a:r>
              <a:rPr lang="en-US" dirty="0">
                <a:solidFill>
                  <a:srgbClr val="383838"/>
                </a:solidFill>
                <a:latin typeface="Mulish"/>
              </a:rPr>
              <a:t>/Documents</a:t>
            </a:r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4092F4-81C0-CA8E-F0E0-ECB8F646C351}"/>
              </a:ext>
            </a:extLst>
          </p:cNvPr>
          <p:cNvSpPr txBox="1"/>
          <p:nvPr/>
        </p:nvSpPr>
        <p:spPr>
          <a:xfrm>
            <a:off x="5975420" y="2190541"/>
            <a:ext cx="1525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Root directory</a:t>
            </a:r>
          </a:p>
        </p:txBody>
      </p:sp>
    </p:spTree>
    <p:extLst>
      <p:ext uri="{BB962C8B-B14F-4D97-AF65-F5344CB8AC3E}">
        <p14:creationId xmlns:p14="http://schemas.microsoft.com/office/powerpoint/2010/main" val="184891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D0DD4-C982-C7D2-71C3-0C50965912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74" t="18222" r="9167" b="6815"/>
          <a:stretch/>
        </p:blipFill>
        <p:spPr>
          <a:xfrm>
            <a:off x="2560320" y="0"/>
            <a:ext cx="7528560" cy="681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3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0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637</Words>
  <Application>Microsoft Office PowerPoint</Application>
  <PresentationFormat>Widescreen</PresentationFormat>
  <Paragraphs>86</Paragraphs>
  <Slides>14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Mulish</vt:lpstr>
      <vt:lpstr>Office Theme</vt:lpstr>
      <vt:lpstr>Unix shell Introduction</vt:lpstr>
      <vt:lpstr>Background : Human interaction with computers</vt:lpstr>
      <vt:lpstr>However, the GUI scales poorly with repetitive tasks</vt:lpstr>
      <vt:lpstr>Key points </vt:lpstr>
      <vt:lpstr>Concepts clarification </vt:lpstr>
      <vt:lpstr>What are we going to use today? </vt:lpstr>
      <vt:lpstr>Unix shell </vt:lpstr>
      <vt:lpstr>You </vt:lpstr>
      <vt:lpstr>Your expectations for this workshop</vt:lpstr>
      <vt:lpstr>By the end of this lesson, we should be capable to help Nelle in her task</vt:lpstr>
      <vt:lpstr>PowerPoint Presentation</vt:lpstr>
      <vt:lpstr>Home directory :/c/Users/maxplanck</vt:lpstr>
      <vt:lpstr>PowerPoint Presentation</vt:lpstr>
      <vt:lpstr>PowerPoint Presentation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Introduction</dc:title>
  <dc:creator>Leila Iñigo de la Cruz</dc:creator>
  <cp:lastModifiedBy>Leila Iñigo de la Cruz</cp:lastModifiedBy>
  <cp:revision>7</cp:revision>
  <dcterms:created xsi:type="dcterms:W3CDTF">2024-01-26T09:37:08Z</dcterms:created>
  <dcterms:modified xsi:type="dcterms:W3CDTF">2025-10-06T07:23:00Z</dcterms:modified>
</cp:coreProperties>
</file>